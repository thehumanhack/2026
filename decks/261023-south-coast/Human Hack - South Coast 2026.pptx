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9"/>
  </p:notesMasterIdLst>
  <p:handoutMasterIdLst>
    <p:handoutMasterId r:id="rId30"/>
  </p:handoutMasterIdLst>
  <p:sldIdLst>
    <p:sldId id="268" r:id="rId5"/>
    <p:sldId id="258" r:id="rId6"/>
    <p:sldId id="261" r:id="rId7"/>
    <p:sldId id="289" r:id="rId8"/>
    <p:sldId id="290" r:id="rId9"/>
    <p:sldId id="315" r:id="rId10"/>
    <p:sldId id="332" r:id="rId11"/>
    <p:sldId id="318" r:id="rId12"/>
    <p:sldId id="317" r:id="rId13"/>
    <p:sldId id="319" r:id="rId14"/>
    <p:sldId id="320" r:id="rId15"/>
    <p:sldId id="321" r:id="rId16"/>
    <p:sldId id="330" r:id="rId17"/>
    <p:sldId id="333" r:id="rId18"/>
    <p:sldId id="322" r:id="rId19"/>
    <p:sldId id="323" r:id="rId20"/>
    <p:sldId id="324" r:id="rId21"/>
    <p:sldId id="325" r:id="rId22"/>
    <p:sldId id="326" r:id="rId23"/>
    <p:sldId id="327" r:id="rId24"/>
    <p:sldId id="328" r:id="rId25"/>
    <p:sldId id="329" r:id="rId26"/>
    <p:sldId id="269" r:id="rId27"/>
    <p:sldId id="334" r:id="rId2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818E0D-0169-4376-95B3-F1C5D6CBCC0E}" v="1" dt="2026-10-08T20:38:14.04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9" d="100"/>
          <a:sy n="39" d="100"/>
        </p:scale>
        <p:origin x="60" y="70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152" d="100"/>
          <a:sy n="152" d="100"/>
        </p:scale>
        <p:origin x="360" y="12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weedie, Ian" userId="1495e400-0219-49c4-8fd3-48d9446c0e11" providerId="ADAL" clId="{F7758BC5-6EC4-45CA-BAA1-85E2667CD311}"/>
    <pc:docChg chg="custSel addSld delSld modSld sldOrd modNotesMaster">
      <pc:chgData name="Tweedie, Ian" userId="1495e400-0219-49c4-8fd3-48d9446c0e11" providerId="ADAL" clId="{F7758BC5-6EC4-45CA-BAA1-85E2667CD311}" dt="2026-10-09T07:19:28.288" v="14" actId="1076"/>
      <pc:docMkLst>
        <pc:docMk/>
      </pc:docMkLst>
      <pc:sldChg chg="del">
        <pc:chgData name="Tweedie, Ian" userId="1495e400-0219-49c4-8fd3-48d9446c0e11" providerId="ADAL" clId="{F7758BC5-6EC4-45CA-BAA1-85E2667CD311}" dt="2026-10-09T06:24:28.885" v="6" actId="47"/>
        <pc:sldMkLst>
          <pc:docMk/>
          <pc:sldMk cId="0" sldId="256"/>
        </pc:sldMkLst>
      </pc:sldChg>
      <pc:sldChg chg="modSp del mod">
        <pc:chgData name="Tweedie, Ian" userId="1495e400-0219-49c4-8fd3-48d9446c0e11" providerId="ADAL" clId="{F7758BC5-6EC4-45CA-BAA1-85E2667CD311}" dt="2026-10-09T06:24:15.482" v="5" actId="47"/>
        <pc:sldMkLst>
          <pc:docMk/>
          <pc:sldMk cId="0" sldId="257"/>
        </pc:sldMkLst>
        <pc:grpChg chg="add mod">
          <ac:chgData name="Tweedie, Ian" userId="1495e400-0219-49c4-8fd3-48d9446c0e11" providerId="ADAL" clId="{F7758BC5-6EC4-45CA-BAA1-85E2667CD311}" dt="2026-10-08T20:49:28.419" v="2" actId="26606"/>
          <ac:grpSpMkLst>
            <pc:docMk/>
            <pc:sldMk cId="0" sldId="257"/>
            <ac:grpSpMk id="11" creationId="{00000000-0000-0000-0000-000000000000}"/>
          </ac:grpSpMkLst>
        </pc:grpChg>
      </pc:sldChg>
      <pc:sldChg chg="modSp mod ord">
        <pc:chgData name="Tweedie, Ian" userId="1495e400-0219-49c4-8fd3-48d9446c0e11" providerId="ADAL" clId="{F7758BC5-6EC4-45CA-BAA1-85E2667CD311}" dt="2026-10-09T06:24:34.005" v="9"/>
        <pc:sldMkLst>
          <pc:docMk/>
          <pc:sldMk cId="0" sldId="258"/>
        </pc:sldMkLst>
        <pc:grpChg chg="add mod">
          <ac:chgData name="Tweedie, Ian" userId="1495e400-0219-49c4-8fd3-48d9446c0e11" providerId="ADAL" clId="{F7758BC5-6EC4-45CA-BAA1-85E2667CD311}" dt="2026-10-08T20:49:28.419" v="2" actId="26606"/>
          <ac:grpSpMkLst>
            <pc:docMk/>
            <pc:sldMk cId="0" sldId="258"/>
            <ac:grpSpMk id="47" creationId="{BDDC16FC-D3A1-9ED3-0891-351FFB9F97C9}"/>
          </ac:grpSpMkLst>
        </pc:grpChg>
        <pc:picChg chg="mod">
          <ac:chgData name="Tweedie, Ian" userId="1495e400-0219-49c4-8fd3-48d9446c0e11" providerId="ADAL" clId="{F7758BC5-6EC4-45CA-BAA1-85E2667CD311}" dt="2026-10-08T20:49:28.419" v="2" actId="26606"/>
          <ac:picMkLst>
            <pc:docMk/>
            <pc:sldMk cId="0" sldId="258"/>
            <ac:picMk id="3" creationId="{A2ABE021-3642-66B8-7491-BBBFC827371A}"/>
          </ac:picMkLst>
        </pc:picChg>
      </pc:sldChg>
      <pc:sldChg chg="addSp modSp add mod setBg modClrScheme chgLayout">
        <pc:chgData name="Tweedie, Ian" userId="1495e400-0219-49c4-8fd3-48d9446c0e11" providerId="ADAL" clId="{F7758BC5-6EC4-45CA-BAA1-85E2667CD311}" dt="2026-10-08T20:49:28.419" v="2" actId="26606"/>
        <pc:sldMkLst>
          <pc:docMk/>
          <pc:sldMk cId="4173799926" sldId="261"/>
        </pc:sldMkLst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4173799926" sldId="261"/>
            <ac:spMk id="3" creationId="{0D75C022-55E3-C638-3773-C6235AFF580F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4173799926" sldId="261"/>
            <ac:spMk id="4" creationId="{71956F63-717D-3842-AC1A-E9E89E9EAC8F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4173799926" sldId="261"/>
            <ac:spMk id="6" creationId="{8EBF1753-2A94-17A6-2D80-4C74400F38BF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4173799926" sldId="261"/>
            <ac:spMk id="7" creationId="{19EE5949-EBF4-E29C-516D-644715850EAE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4173799926" sldId="261"/>
            <ac:spMk id="8" creationId="{67CF9BD8-0DA4-74BE-322A-101CEFBA6FE5}"/>
          </ac:spMkLst>
        </pc:spChg>
        <pc:spChg chg="ad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4173799926" sldId="261"/>
            <ac:spMk id="18" creationId="{C32DE398-C9E1-2631-C024-EEEBF494FA74}"/>
          </ac:spMkLst>
        </pc:spChg>
        <pc:spChg chg="ad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4173799926" sldId="261"/>
            <ac:spMk id="19" creationId="{45C777FE-F939-8A64-FCBE-B51FB60DCDBD}"/>
          </ac:spMkLst>
        </pc:spChg>
        <pc:spChg chg="ad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4173799926" sldId="261"/>
            <ac:spMk id="20" creationId="{576FB9AC-E4EE-9A70-BA60-2DB223403D46}"/>
          </ac:spMkLst>
        </pc:spChg>
        <pc:spChg chg="ad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4173799926" sldId="261"/>
            <ac:spMk id="21" creationId="{00000000-0000-0000-0000-000000000000}"/>
          </ac:spMkLst>
        </pc:spChg>
        <pc:spChg chg="ad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4173799926" sldId="261"/>
            <ac:spMk id="22" creationId="{00000000-0000-0000-0000-000000000000}"/>
          </ac:spMkLst>
        </pc:spChg>
      </pc:sldChg>
      <pc:sldChg chg="del">
        <pc:chgData name="Tweedie, Ian" userId="1495e400-0219-49c4-8fd3-48d9446c0e11" providerId="ADAL" clId="{F7758BC5-6EC4-45CA-BAA1-85E2667CD311}" dt="2026-10-09T06:24:15.482" v="5" actId="47"/>
        <pc:sldMkLst>
          <pc:docMk/>
          <pc:sldMk cId="1895482199" sldId="262"/>
        </pc:sldMkLst>
      </pc:sldChg>
      <pc:sldChg chg="del">
        <pc:chgData name="Tweedie, Ian" userId="1495e400-0219-49c4-8fd3-48d9446c0e11" providerId="ADAL" clId="{F7758BC5-6EC4-45CA-BAA1-85E2667CD311}" dt="2026-10-09T06:24:15.482" v="5" actId="47"/>
        <pc:sldMkLst>
          <pc:docMk/>
          <pc:sldMk cId="1833102769" sldId="263"/>
        </pc:sldMkLst>
      </pc:sldChg>
      <pc:sldChg chg="del">
        <pc:chgData name="Tweedie, Ian" userId="1495e400-0219-49c4-8fd3-48d9446c0e11" providerId="ADAL" clId="{F7758BC5-6EC4-45CA-BAA1-85E2667CD311}" dt="2026-10-09T06:24:30.076" v="7" actId="47"/>
        <pc:sldMkLst>
          <pc:docMk/>
          <pc:sldMk cId="4094050628" sldId="264"/>
        </pc:sldMkLst>
      </pc:sldChg>
      <pc:sldChg chg="del">
        <pc:chgData name="Tweedie, Ian" userId="1495e400-0219-49c4-8fd3-48d9446c0e11" providerId="ADAL" clId="{F7758BC5-6EC4-45CA-BAA1-85E2667CD311}" dt="2026-10-09T06:24:15.482" v="5" actId="47"/>
        <pc:sldMkLst>
          <pc:docMk/>
          <pc:sldMk cId="2464723967" sldId="265"/>
        </pc:sldMkLst>
      </pc:sldChg>
      <pc:sldChg chg="del">
        <pc:chgData name="Tweedie, Ian" userId="1495e400-0219-49c4-8fd3-48d9446c0e11" providerId="ADAL" clId="{F7758BC5-6EC4-45CA-BAA1-85E2667CD311}" dt="2026-10-09T06:24:15.482" v="5" actId="47"/>
        <pc:sldMkLst>
          <pc:docMk/>
          <pc:sldMk cId="1813991173" sldId="267"/>
        </pc:sldMkLst>
      </pc:sldChg>
      <pc:sldChg chg="modSp add mod modClrScheme chgLayout">
        <pc:chgData name="Tweedie, Ian" userId="1495e400-0219-49c4-8fd3-48d9446c0e11" providerId="ADAL" clId="{F7758BC5-6EC4-45CA-BAA1-85E2667CD311}" dt="2026-10-08T20:49:28.419" v="2" actId="26606"/>
        <pc:sldMkLst>
          <pc:docMk/>
          <pc:sldMk cId="3037943113" sldId="268"/>
        </pc:sldMkLst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3037943113" sldId="268"/>
            <ac:spMk id="4" creationId="{B6F7F9AC-4314-8562-69FF-4059A68EEA0C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3037943113" sldId="268"/>
            <ac:spMk id="5" creationId="{6CFAEA5C-59D9-A7D6-6A57-1C98AD97993E}"/>
          </ac:spMkLst>
        </pc:spChg>
      </pc:sldChg>
      <pc:sldChg chg="addSp modSp add mod setBg modClrScheme chgLayout">
        <pc:chgData name="Tweedie, Ian" userId="1495e400-0219-49c4-8fd3-48d9446c0e11" providerId="ADAL" clId="{F7758BC5-6EC4-45CA-BAA1-85E2667CD311}" dt="2026-10-09T07:19:28.288" v="14" actId="1076"/>
        <pc:sldMkLst>
          <pc:docMk/>
          <pc:sldMk cId="4102146398" sldId="269"/>
        </pc:sldMkLst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4102146398" sldId="269"/>
            <ac:spMk id="7" creationId="{B855BD19-9189-2C08-C1C1-0667B2F03C83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4102146398" sldId="269"/>
            <ac:spMk id="8" creationId="{B0C4A2E5-FCDE-09F3-38DD-D2D9B1F3B0A9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4102146398" sldId="269"/>
            <ac:spMk id="12" creationId="{00000000-0000-0000-0000-000000000000}"/>
          </ac:spMkLst>
        </pc:spChg>
        <pc:spChg chg="ad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4102146398" sldId="269"/>
            <ac:spMk id="13" creationId="{00000000-0000-0000-0000-000000000000}"/>
          </ac:spMkLst>
        </pc:spChg>
        <pc:spChg chg="ad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4102146398" sldId="269"/>
            <ac:spMk id="14" creationId="{00000000-0000-0000-0000-000000000000}"/>
          </ac:spMkLst>
        </pc:spChg>
        <pc:picChg chg="add mod">
          <ac:chgData name="Tweedie, Ian" userId="1495e400-0219-49c4-8fd3-48d9446c0e11" providerId="ADAL" clId="{F7758BC5-6EC4-45CA-BAA1-85E2667CD311}" dt="2026-10-09T07:19:28.288" v="14" actId="1076"/>
          <ac:picMkLst>
            <pc:docMk/>
            <pc:sldMk cId="4102146398" sldId="269"/>
            <ac:picMk id="3" creationId="{37DD1011-9355-CEDF-7189-B8F27D3AFA57}"/>
          </ac:picMkLst>
        </pc:picChg>
        <pc:picChg chg="add">
          <ac:chgData name="Tweedie, Ian" userId="1495e400-0219-49c4-8fd3-48d9446c0e11" providerId="ADAL" clId="{F7758BC5-6EC4-45CA-BAA1-85E2667CD311}" dt="2026-10-08T20:49:28.419" v="2" actId="26606"/>
          <ac:picMkLst>
            <pc:docMk/>
            <pc:sldMk cId="4102146398" sldId="269"/>
            <ac:picMk id="15" creationId="{1F875E31-D75C-D4D6-7D46-70E072C4632F}"/>
          </ac:picMkLst>
        </pc:picChg>
      </pc:sldChg>
      <pc:sldChg chg="addSp modSp add mod setBg modClrScheme chgLayout">
        <pc:chgData name="Tweedie, Ian" userId="1495e400-0219-49c4-8fd3-48d9446c0e11" providerId="ADAL" clId="{F7758BC5-6EC4-45CA-BAA1-85E2667CD311}" dt="2026-10-08T20:49:28.419" v="2" actId="26606"/>
        <pc:sldMkLst>
          <pc:docMk/>
          <pc:sldMk cId="1685052714" sldId="289"/>
        </pc:sldMkLst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1685052714" sldId="289"/>
            <ac:spMk id="3" creationId="{66E3C1F8-0907-D096-B811-0FE6C297D75C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1685052714" sldId="289"/>
            <ac:spMk id="18" creationId="{18BC7984-F062-6F86-8DDC-15C189E946D8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1685052714" sldId="289"/>
            <ac:spMk id="20" creationId="{DAF7D675-D890-EC57-321D-AB31F9AFA78D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1685052714" sldId="289"/>
            <ac:spMk id="24" creationId="{CF358A77-8104-EB2D-9D14-7EF920F883F3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1685052714" sldId="289"/>
            <ac:spMk id="26" creationId="{A88AF9E0-564B-EC72-07D4-2D34F51B960F}"/>
          </ac:spMkLst>
        </pc:spChg>
        <pc:spChg chg="ad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1685052714" sldId="289"/>
            <ac:spMk id="32" creationId="{C32DE398-C9E1-2631-C024-EEEBF494FA74}"/>
          </ac:spMkLst>
        </pc:spChg>
        <pc:spChg chg="ad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1685052714" sldId="289"/>
            <ac:spMk id="33" creationId="{45C777FE-F939-8A64-FCBE-B51FB60DCDBD}"/>
          </ac:spMkLst>
        </pc:spChg>
        <pc:spChg chg="ad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1685052714" sldId="289"/>
            <ac:spMk id="34" creationId="{576FB9AC-E4EE-9A70-BA60-2DB223403D46}"/>
          </ac:spMkLst>
        </pc:spChg>
        <pc:spChg chg="ad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1685052714" sldId="289"/>
            <ac:spMk id="35" creationId="{00000000-0000-0000-0000-000000000000}"/>
          </ac:spMkLst>
        </pc:spChg>
        <pc:spChg chg="ad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1685052714" sldId="289"/>
            <ac:spMk id="36" creationId="{00000000-0000-0000-0000-000000000000}"/>
          </ac:spMkLst>
        </pc:spChg>
      </pc:sldChg>
      <pc:sldChg chg="addSp modSp add mod setBg modClrScheme chgLayout">
        <pc:chgData name="Tweedie, Ian" userId="1495e400-0219-49c4-8fd3-48d9446c0e11" providerId="ADAL" clId="{F7758BC5-6EC4-45CA-BAA1-85E2667CD311}" dt="2026-10-08T20:49:28.419" v="2" actId="26606"/>
        <pc:sldMkLst>
          <pc:docMk/>
          <pc:sldMk cId="4039322376" sldId="290"/>
        </pc:sldMkLst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4039322376" sldId="290"/>
            <ac:spMk id="3" creationId="{B3817EFE-EA48-DFDF-59BC-6989950898A8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4039322376" sldId="290"/>
            <ac:spMk id="4" creationId="{6E92C6C1-A1AD-5AFC-7634-63ABF11FE8CB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4039322376" sldId="290"/>
            <ac:spMk id="5" creationId="{F6DA8F15-296D-24F9-B522-FF58704DC697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4039322376" sldId="290"/>
            <ac:spMk id="6" creationId="{59C7FBDF-947A-FBCF-9676-A2B6E2F3A9EF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4039322376" sldId="290"/>
            <ac:spMk id="7" creationId="{D4168BF3-72B1-7829-9938-D138435A81ED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4039322376" sldId="290"/>
            <ac:spMk id="8" creationId="{5BFD3403-940B-6103-E938-2A28A6E18B29}"/>
          </ac:spMkLst>
        </pc:spChg>
        <pc:spChg chg="ad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4039322376" sldId="290"/>
            <ac:spMk id="14" creationId="{C32DE398-C9E1-2631-C024-EEEBF494FA74}"/>
          </ac:spMkLst>
        </pc:spChg>
        <pc:spChg chg="ad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4039322376" sldId="290"/>
            <ac:spMk id="15" creationId="{45C777FE-F939-8A64-FCBE-B51FB60DCDBD}"/>
          </ac:spMkLst>
        </pc:spChg>
        <pc:spChg chg="ad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4039322376" sldId="290"/>
            <ac:spMk id="16" creationId="{576FB9AC-E4EE-9A70-BA60-2DB223403D46}"/>
          </ac:spMkLst>
        </pc:spChg>
        <pc:spChg chg="ad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4039322376" sldId="290"/>
            <ac:spMk id="18" creationId="{00000000-0000-0000-0000-000000000000}"/>
          </ac:spMkLst>
        </pc:spChg>
      </pc:sldChg>
      <pc:sldChg chg="modSp add mod setBg modClrScheme chgLayout">
        <pc:chgData name="Tweedie, Ian" userId="1495e400-0219-49c4-8fd3-48d9446c0e11" providerId="ADAL" clId="{F7758BC5-6EC4-45CA-BAA1-85E2667CD311}" dt="2026-10-09T06:23:51.862" v="4" actId="1076"/>
        <pc:sldMkLst>
          <pc:docMk/>
          <pc:sldMk cId="2471183854" sldId="315"/>
        </pc:sldMkLst>
        <pc:picChg chg="mod">
          <ac:chgData name="Tweedie, Ian" userId="1495e400-0219-49c4-8fd3-48d9446c0e11" providerId="ADAL" clId="{F7758BC5-6EC4-45CA-BAA1-85E2667CD311}" dt="2026-10-09T06:23:51.862" v="4" actId="1076"/>
          <ac:picMkLst>
            <pc:docMk/>
            <pc:sldMk cId="2471183854" sldId="315"/>
            <ac:picMk id="6" creationId="{7E0E7E32-1581-6507-308B-26D99673DA83}"/>
          </ac:picMkLst>
        </pc:picChg>
      </pc:sldChg>
      <pc:sldChg chg="addSp delSp modSp add mod setBg modClrScheme chgLayout">
        <pc:chgData name="Tweedie, Ian" userId="1495e400-0219-49c4-8fd3-48d9446c0e11" providerId="ADAL" clId="{F7758BC5-6EC4-45CA-BAA1-85E2667CD311}" dt="2026-10-08T20:49:28.419" v="2" actId="26606"/>
        <pc:sldMkLst>
          <pc:docMk/>
          <pc:sldMk cId="3029095446" sldId="317"/>
        </pc:sldMkLst>
        <pc:spChg chg="del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3029095446" sldId="317"/>
            <ac:spMk id="2" creationId="{00000000-0000-0000-0000-000000000000}"/>
          </ac:spMkLst>
        </pc:spChg>
        <pc:spChg chg="del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3029095446" sldId="317"/>
            <ac:spMk id="4" creationId="{00000000-0000-0000-0000-000000000000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3029095446" sldId="317"/>
            <ac:spMk id="7" creationId="{00000000-0000-0000-0000-000000000000}"/>
          </ac:spMkLst>
        </pc:spChg>
        <pc:spChg chg="ad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3029095446" sldId="317"/>
            <ac:spMk id="8" creationId="{00000000-0000-0000-0000-000000000000}"/>
          </ac:spMkLst>
        </pc:spChg>
        <pc:spChg chg="ad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3029095446" sldId="317"/>
            <ac:spMk id="9" creationId="{00000000-0000-0000-0000-000000000000}"/>
          </ac:spMkLst>
        </pc:spChg>
        <pc:graphicFrameChg chg="del">
          <ac:chgData name="Tweedie, Ian" userId="1495e400-0219-49c4-8fd3-48d9446c0e11" providerId="ADAL" clId="{F7758BC5-6EC4-45CA-BAA1-85E2667CD311}" dt="2026-10-08T20:49:28.419" v="2" actId="26606"/>
          <ac:graphicFrameMkLst>
            <pc:docMk/>
            <pc:sldMk cId="3029095446" sldId="317"/>
            <ac:graphicFrameMk id="6" creationId="{F950EC49-F2B9-924E-AAE7-477D70449DEB}"/>
          </ac:graphicFrameMkLst>
        </pc:graphicFrameChg>
        <pc:picChg chg="mod">
          <ac:chgData name="Tweedie, Ian" userId="1495e400-0219-49c4-8fd3-48d9446c0e11" providerId="ADAL" clId="{F7758BC5-6EC4-45CA-BAA1-85E2667CD311}" dt="2026-10-08T20:49:28.419" v="2" actId="26606"/>
          <ac:picMkLst>
            <pc:docMk/>
            <pc:sldMk cId="3029095446" sldId="317"/>
            <ac:picMk id="3" creationId="{7761E633-BE9C-3C5B-E717-746F24968ECA}"/>
          </ac:picMkLst>
        </pc:picChg>
        <pc:picChg chg="add">
          <ac:chgData name="Tweedie, Ian" userId="1495e400-0219-49c4-8fd3-48d9446c0e11" providerId="ADAL" clId="{F7758BC5-6EC4-45CA-BAA1-85E2667CD311}" dt="2026-10-08T20:49:28.419" v="2" actId="26606"/>
          <ac:picMkLst>
            <pc:docMk/>
            <pc:sldMk cId="3029095446" sldId="317"/>
            <ac:picMk id="10" creationId="{1F875E31-D75C-D4D6-7D46-70E072C4632F}"/>
          </ac:picMkLst>
        </pc:picChg>
      </pc:sldChg>
      <pc:sldChg chg="addSp delSp modSp add mod setBg modClrScheme chgLayout">
        <pc:chgData name="Tweedie, Ian" userId="1495e400-0219-49c4-8fd3-48d9446c0e11" providerId="ADAL" clId="{F7758BC5-6EC4-45CA-BAA1-85E2667CD311}" dt="2026-10-08T20:49:28.419" v="2" actId="26606"/>
        <pc:sldMkLst>
          <pc:docMk/>
          <pc:sldMk cId="3413195823" sldId="318"/>
        </pc:sldMkLst>
        <pc:spChg chg="del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3413195823" sldId="318"/>
            <ac:spMk id="2" creationId="{00000000-0000-0000-0000-000000000000}"/>
          </ac:spMkLst>
        </pc:spChg>
        <pc:spChg chg="del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3413195823" sldId="318"/>
            <ac:spMk id="4" creationId="{00000000-0000-0000-0000-000000000000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3413195823" sldId="318"/>
            <ac:spMk id="7" creationId="{00000000-0000-0000-0000-000000000000}"/>
          </ac:spMkLst>
        </pc:spChg>
        <pc:spChg chg="ad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3413195823" sldId="318"/>
            <ac:spMk id="8" creationId="{00000000-0000-0000-0000-000000000000}"/>
          </ac:spMkLst>
        </pc:spChg>
        <pc:spChg chg="ad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3413195823" sldId="318"/>
            <ac:spMk id="9" creationId="{00000000-0000-0000-0000-000000000000}"/>
          </ac:spMkLst>
        </pc:spChg>
        <pc:graphicFrameChg chg="del">
          <ac:chgData name="Tweedie, Ian" userId="1495e400-0219-49c4-8fd3-48d9446c0e11" providerId="ADAL" clId="{F7758BC5-6EC4-45CA-BAA1-85E2667CD311}" dt="2026-10-08T20:49:28.419" v="2" actId="26606"/>
          <ac:graphicFrameMkLst>
            <pc:docMk/>
            <pc:sldMk cId="3413195823" sldId="318"/>
            <ac:graphicFrameMk id="6" creationId="{F1919CCC-2720-C912-98C9-920D096149A8}"/>
          </ac:graphicFrameMkLst>
        </pc:graphicFrameChg>
        <pc:picChg chg="mod">
          <ac:chgData name="Tweedie, Ian" userId="1495e400-0219-49c4-8fd3-48d9446c0e11" providerId="ADAL" clId="{F7758BC5-6EC4-45CA-BAA1-85E2667CD311}" dt="2026-10-08T20:49:28.419" v="2" actId="26606"/>
          <ac:picMkLst>
            <pc:docMk/>
            <pc:sldMk cId="3413195823" sldId="318"/>
            <ac:picMk id="3" creationId="{648B69D9-33B0-E751-B408-AD6B2355D74E}"/>
          </ac:picMkLst>
        </pc:picChg>
        <pc:picChg chg="add">
          <ac:chgData name="Tweedie, Ian" userId="1495e400-0219-49c4-8fd3-48d9446c0e11" providerId="ADAL" clId="{F7758BC5-6EC4-45CA-BAA1-85E2667CD311}" dt="2026-10-08T20:49:28.419" v="2" actId="26606"/>
          <ac:picMkLst>
            <pc:docMk/>
            <pc:sldMk cId="3413195823" sldId="318"/>
            <ac:picMk id="10" creationId="{1F875E31-D75C-D4D6-7D46-70E072C4632F}"/>
          </ac:picMkLst>
        </pc:picChg>
      </pc:sldChg>
      <pc:sldChg chg="addSp delSp modSp add mod setBg modClrScheme chgLayout">
        <pc:chgData name="Tweedie, Ian" userId="1495e400-0219-49c4-8fd3-48d9446c0e11" providerId="ADAL" clId="{F7758BC5-6EC4-45CA-BAA1-85E2667CD311}" dt="2026-10-08T20:49:28.419" v="2" actId="26606"/>
        <pc:sldMkLst>
          <pc:docMk/>
          <pc:sldMk cId="1065352955" sldId="319"/>
        </pc:sldMkLst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1065352955" sldId="319"/>
            <ac:spMk id="3" creationId="{3B179580-C4BF-F29A-4B4A-AF3558006EED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1065352955" sldId="319"/>
            <ac:spMk id="4" creationId="{8AC41423-CA13-170F-92F3-DB776A2A5B9B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1065352955" sldId="319"/>
            <ac:spMk id="7" creationId="{E567B090-1EC9-A4F9-9773-3B77A127BC4F}"/>
          </ac:spMkLst>
        </pc:spChg>
        <pc:spChg chg="ad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1065352955" sldId="319"/>
            <ac:spMk id="8" creationId="{00000000-0000-0000-0000-000000000000}"/>
          </ac:spMkLst>
        </pc:spChg>
        <pc:spChg chg="ad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1065352955" sldId="319"/>
            <ac:spMk id="9" creationId="{00000000-0000-0000-0000-000000000000}"/>
          </ac:spMkLst>
        </pc:spChg>
        <pc:graphicFrameChg chg="del mod replId">
          <ac:chgData name="Tweedie, Ian" userId="1495e400-0219-49c4-8fd3-48d9446c0e11" providerId="ADAL" clId="{F7758BC5-6EC4-45CA-BAA1-85E2667CD311}" dt="2026-10-08T20:49:28.419" v="2" actId="26606"/>
          <ac:graphicFrameMkLst>
            <pc:docMk/>
            <pc:sldMk cId="1065352955" sldId="319"/>
            <ac:graphicFrameMk id="5" creationId="{08F895F9-F9F8-B746-48BA-73B62D655D40}"/>
          </ac:graphicFrameMkLst>
        </pc:graphicFrameChg>
        <pc:picChg chg="mod">
          <ac:chgData name="Tweedie, Ian" userId="1495e400-0219-49c4-8fd3-48d9446c0e11" providerId="ADAL" clId="{F7758BC5-6EC4-45CA-BAA1-85E2667CD311}" dt="2026-10-08T20:49:28.419" v="2" actId="26606"/>
          <ac:picMkLst>
            <pc:docMk/>
            <pc:sldMk cId="1065352955" sldId="319"/>
            <ac:picMk id="2" creationId="{E35F37D0-27A3-E74E-4A9D-FEF928FDD78B}"/>
          </ac:picMkLst>
        </pc:picChg>
        <pc:picChg chg="add">
          <ac:chgData name="Tweedie, Ian" userId="1495e400-0219-49c4-8fd3-48d9446c0e11" providerId="ADAL" clId="{F7758BC5-6EC4-45CA-BAA1-85E2667CD311}" dt="2026-10-08T20:49:28.419" v="2" actId="26606"/>
          <ac:picMkLst>
            <pc:docMk/>
            <pc:sldMk cId="1065352955" sldId="319"/>
            <ac:picMk id="10" creationId="{1F875E31-D75C-D4D6-7D46-70E072C4632F}"/>
          </ac:picMkLst>
        </pc:picChg>
      </pc:sldChg>
      <pc:sldChg chg="addSp delSp modSp add mod setBg modClrScheme chgLayout">
        <pc:chgData name="Tweedie, Ian" userId="1495e400-0219-49c4-8fd3-48d9446c0e11" providerId="ADAL" clId="{F7758BC5-6EC4-45CA-BAA1-85E2667CD311}" dt="2026-10-08T20:49:28.419" v="2" actId="26606"/>
        <pc:sldMkLst>
          <pc:docMk/>
          <pc:sldMk cId="1271510924" sldId="320"/>
        </pc:sldMkLst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1271510924" sldId="320"/>
            <ac:spMk id="5" creationId="{00000000-0000-0000-0000-000000000000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1271510924" sldId="320"/>
            <ac:spMk id="8" creationId="{00000000-0000-0000-0000-000000000000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1271510924" sldId="320"/>
            <ac:spMk id="9" creationId="{00000000-0000-0000-0000-000000000000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1271510924" sldId="320"/>
            <ac:spMk id="11" creationId="{00000000-0000-0000-0000-000000000000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1271510924" sldId="320"/>
            <ac:spMk id="17" creationId="{00000000-0000-0000-0000-000000000000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1271510924" sldId="320"/>
            <ac:spMk id="18" creationId="{00000000-0000-0000-0000-000000000000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1271510924" sldId="320"/>
            <ac:spMk id="22" creationId="{00000000-0000-0000-0000-000000000000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1271510924" sldId="320"/>
            <ac:spMk id="23" creationId="{00000000-0000-0000-0000-000000000000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1271510924" sldId="320"/>
            <ac:spMk id="24" creationId="{00000000-0000-0000-0000-000000000000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1271510924" sldId="320"/>
            <ac:spMk id="25" creationId="{00000000-0000-0000-0000-000000000000}"/>
          </ac:spMkLst>
        </pc:spChg>
        <pc:graphicFrameChg chg="mod replId">
          <ac:chgData name="Tweedie, Ian" userId="1495e400-0219-49c4-8fd3-48d9446c0e11" providerId="ADAL" clId="{F7758BC5-6EC4-45CA-BAA1-85E2667CD311}" dt="2026-10-08T20:49:27.018" v="1" actId="26606"/>
          <ac:graphicFrameMkLst>
            <pc:docMk/>
            <pc:sldMk cId="1271510924" sldId="320"/>
            <ac:graphicFrameMk id="35" creationId="{E009B26D-AC42-7269-EC26-8B440D10139C}"/>
          </ac:graphicFrameMkLst>
        </pc:graphicFrameChg>
      </pc:sldChg>
      <pc:sldChg chg="addSp delSp modSp add mod setBg modClrScheme chgLayout">
        <pc:chgData name="Tweedie, Ian" userId="1495e400-0219-49c4-8fd3-48d9446c0e11" providerId="ADAL" clId="{F7758BC5-6EC4-45CA-BAA1-85E2667CD311}" dt="2026-10-08T20:49:28.419" v="2" actId="26606"/>
        <pc:sldMkLst>
          <pc:docMk/>
          <pc:sldMk cId="3584724498" sldId="321"/>
        </pc:sldMkLst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3584724498" sldId="321"/>
            <ac:spMk id="3" creationId="{00000000-0000-0000-0000-000000000000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3584724498" sldId="321"/>
            <ac:spMk id="5" creationId="{00000000-0000-0000-0000-000000000000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3584724498" sldId="321"/>
            <ac:spMk id="16" creationId="{00000000-0000-0000-0000-000000000000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3584724498" sldId="321"/>
            <ac:spMk id="18" creationId="{00000000-0000-0000-0000-000000000000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3584724498" sldId="321"/>
            <ac:spMk id="20" creationId="{00000000-0000-0000-0000-000000000000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3584724498" sldId="321"/>
            <ac:spMk id="22" creationId="{00000000-0000-0000-0000-000000000000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3584724498" sldId="321"/>
            <ac:spMk id="24" creationId="{00000000-0000-0000-0000-000000000000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3584724498" sldId="321"/>
            <ac:spMk id="25" creationId="{00000000-0000-0000-0000-000000000000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3584724498" sldId="321"/>
            <ac:spMk id="29" creationId="{00000000-0000-0000-0000-000000000000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3584724498" sldId="321"/>
            <ac:spMk id="30" creationId="{00000000-0000-0000-0000-000000000000}"/>
          </ac:spMkLst>
        </pc:spChg>
        <pc:graphicFrameChg chg="mod replId">
          <ac:chgData name="Tweedie, Ian" userId="1495e400-0219-49c4-8fd3-48d9446c0e11" providerId="ADAL" clId="{F7758BC5-6EC4-45CA-BAA1-85E2667CD311}" dt="2026-10-08T20:49:27.018" v="1" actId="26606"/>
          <ac:graphicFrameMkLst>
            <pc:docMk/>
            <pc:sldMk cId="3584724498" sldId="321"/>
            <ac:graphicFrameMk id="35" creationId="{EB25AACA-09F0-C819-2C7E-7E2EF0F689D8}"/>
          </ac:graphicFrameMkLst>
        </pc:graphicFrameChg>
      </pc:sldChg>
      <pc:sldChg chg="addSp delSp modSp add mod setBg modClrScheme chgLayout">
        <pc:chgData name="Tweedie, Ian" userId="1495e400-0219-49c4-8fd3-48d9446c0e11" providerId="ADAL" clId="{F7758BC5-6EC4-45CA-BAA1-85E2667CD311}" dt="2026-10-08T20:49:28.419" v="2" actId="26606"/>
        <pc:sldMkLst>
          <pc:docMk/>
          <pc:sldMk cId="1870828987" sldId="322"/>
        </pc:sldMkLst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1870828987" sldId="322"/>
            <ac:spMk id="2" creationId="{937C6C81-71D2-05FC-89DE-CE45A4C4C0BA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1870828987" sldId="322"/>
            <ac:spMk id="4" creationId="{00000000-0000-0000-0000-000000000000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1870828987" sldId="322"/>
            <ac:spMk id="5" creationId="{00000000-0000-0000-0000-000000000000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1870828987" sldId="322"/>
            <ac:spMk id="6" creationId="{00000000-0000-0000-0000-000000000000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1870828987" sldId="322"/>
            <ac:spMk id="8" creationId="{00000000-0000-0000-0000-000000000000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1870828987" sldId="322"/>
            <ac:spMk id="9" creationId="{00000000-0000-0000-0000-000000000000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1870828987" sldId="322"/>
            <ac:spMk id="12" creationId="{00000000-0000-0000-0000-000000000000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1870828987" sldId="322"/>
            <ac:spMk id="13" creationId="{00000000-0000-0000-0000-000000000000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1870828987" sldId="322"/>
            <ac:spMk id="15" creationId="{00000000-0000-0000-0000-000000000000}"/>
          </ac:spMkLst>
        </pc:spChg>
        <pc:spChg chg="ad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1870828987" sldId="322"/>
            <ac:spMk id="16" creationId="{00000000-0000-0000-0000-000000000000}"/>
          </ac:spMkLst>
        </pc:spChg>
        <pc:graphicFrameChg chg="mod replId">
          <ac:chgData name="Tweedie, Ian" userId="1495e400-0219-49c4-8fd3-48d9446c0e11" providerId="ADAL" clId="{F7758BC5-6EC4-45CA-BAA1-85E2667CD311}" dt="2026-10-08T20:49:27.018" v="1" actId="26606"/>
          <ac:graphicFrameMkLst>
            <pc:docMk/>
            <pc:sldMk cId="1870828987" sldId="322"/>
            <ac:graphicFrameMk id="19" creationId="{C48DBD55-72B0-DE9D-4626-AD5CCF380758}"/>
          </ac:graphicFrameMkLst>
        </pc:graphicFrameChg>
      </pc:sldChg>
      <pc:sldChg chg="addSp delSp modSp add mod setBg modClrScheme chgLayout">
        <pc:chgData name="Tweedie, Ian" userId="1495e400-0219-49c4-8fd3-48d9446c0e11" providerId="ADAL" clId="{F7758BC5-6EC4-45CA-BAA1-85E2667CD311}" dt="2026-10-08T20:49:28.419" v="2" actId="26606"/>
        <pc:sldMkLst>
          <pc:docMk/>
          <pc:sldMk cId="3428629443" sldId="323"/>
        </pc:sldMkLst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3428629443" sldId="323"/>
            <ac:spMk id="3" creationId="{00000000-0000-0000-0000-000000000000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3428629443" sldId="323"/>
            <ac:spMk id="6" creationId="{00000000-0000-0000-0000-000000000000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3428629443" sldId="323"/>
            <ac:spMk id="9" creationId="{00000000-0000-0000-0000-000000000000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3428629443" sldId="323"/>
            <ac:spMk id="16" creationId="{00000000-0000-0000-0000-000000000000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3428629443" sldId="323"/>
            <ac:spMk id="21" creationId="{00000000-0000-0000-0000-000000000000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3428629443" sldId="323"/>
            <ac:spMk id="22" creationId="{00000000-0000-0000-0000-000000000000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3428629443" sldId="323"/>
            <ac:spMk id="24" creationId="{00000000-0000-0000-0000-000000000000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3428629443" sldId="323"/>
            <ac:spMk id="26" creationId="{00000000-0000-0000-0000-000000000000}"/>
          </ac:spMkLst>
        </pc:spChg>
        <pc:spChg chg="ad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3428629443" sldId="323"/>
            <ac:spMk id="27" creationId="{00000000-0000-0000-0000-000000000000}"/>
          </ac:spMkLst>
        </pc:spChg>
        <pc:spChg chg="ad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3428629443" sldId="323"/>
            <ac:spMk id="28" creationId="{00000000-0000-0000-0000-000000000000}"/>
          </ac:spMkLst>
        </pc:spChg>
        <pc:graphicFrameChg chg="mod replId">
          <ac:chgData name="Tweedie, Ian" userId="1495e400-0219-49c4-8fd3-48d9446c0e11" providerId="ADAL" clId="{F7758BC5-6EC4-45CA-BAA1-85E2667CD311}" dt="2026-10-08T20:49:27.018" v="1" actId="26606"/>
          <ac:graphicFrameMkLst>
            <pc:docMk/>
            <pc:sldMk cId="3428629443" sldId="323"/>
            <ac:graphicFrameMk id="30" creationId="{D12A1B82-6CF3-EA19-99C7-90A35189CFF9}"/>
          </ac:graphicFrameMkLst>
        </pc:graphicFrameChg>
      </pc:sldChg>
      <pc:sldChg chg="addSp delSp modSp add mod setBg modClrScheme chgLayout">
        <pc:chgData name="Tweedie, Ian" userId="1495e400-0219-49c4-8fd3-48d9446c0e11" providerId="ADAL" clId="{F7758BC5-6EC4-45CA-BAA1-85E2667CD311}" dt="2026-10-08T20:49:28.419" v="2" actId="26606"/>
        <pc:sldMkLst>
          <pc:docMk/>
          <pc:sldMk cId="1615498175" sldId="324"/>
        </pc:sldMkLst>
        <pc:spChg chg="del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1615498175" sldId="324"/>
            <ac:spMk id="2" creationId="{00000000-0000-0000-0000-000000000000}"/>
          </ac:spMkLst>
        </pc:spChg>
        <pc:spChg chg="del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1615498175" sldId="324"/>
            <ac:spMk id="3" creationId="{00000000-0000-0000-0000-000000000000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1615498175" sldId="324"/>
            <ac:spMk id="9" creationId="{00000000-0000-0000-0000-000000000000}"/>
          </ac:spMkLst>
        </pc:spChg>
        <pc:spChg chg="ad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1615498175" sldId="324"/>
            <ac:spMk id="10" creationId="{00000000-0000-0000-0000-000000000000}"/>
          </ac:spMkLst>
        </pc:spChg>
        <pc:spChg chg="ad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1615498175" sldId="324"/>
            <ac:spMk id="11" creationId="{00000000-0000-0000-0000-000000000000}"/>
          </ac:spMkLst>
        </pc:spChg>
        <pc:graphicFrameChg chg="del">
          <ac:chgData name="Tweedie, Ian" userId="1495e400-0219-49c4-8fd3-48d9446c0e11" providerId="ADAL" clId="{F7758BC5-6EC4-45CA-BAA1-85E2667CD311}" dt="2026-10-08T20:49:28.419" v="2" actId="26606"/>
          <ac:graphicFrameMkLst>
            <pc:docMk/>
            <pc:sldMk cId="1615498175" sldId="324"/>
            <ac:graphicFrameMk id="5" creationId="{5E962AF0-13D0-8B35-8BB6-13DCA149A6E1}"/>
          </ac:graphicFrameMkLst>
        </pc:graphicFrameChg>
        <pc:picChg chg="mod">
          <ac:chgData name="Tweedie, Ian" userId="1495e400-0219-49c4-8fd3-48d9446c0e11" providerId="ADAL" clId="{F7758BC5-6EC4-45CA-BAA1-85E2667CD311}" dt="2026-10-08T20:49:28.419" v="2" actId="26606"/>
          <ac:picMkLst>
            <pc:docMk/>
            <pc:sldMk cId="1615498175" sldId="324"/>
            <ac:picMk id="6" creationId="{2F6BBEDE-8678-1532-EF70-F0079FC96CBA}"/>
          </ac:picMkLst>
        </pc:picChg>
        <pc:picChg chg="mod">
          <ac:chgData name="Tweedie, Ian" userId="1495e400-0219-49c4-8fd3-48d9446c0e11" providerId="ADAL" clId="{F7758BC5-6EC4-45CA-BAA1-85E2667CD311}" dt="2026-10-08T20:49:28.419" v="2" actId="26606"/>
          <ac:picMkLst>
            <pc:docMk/>
            <pc:sldMk cId="1615498175" sldId="324"/>
            <ac:picMk id="8" creationId="{9EEA71BD-0A4B-4BC9-B731-3953182B62A6}"/>
          </ac:picMkLst>
        </pc:picChg>
        <pc:picChg chg="add">
          <ac:chgData name="Tweedie, Ian" userId="1495e400-0219-49c4-8fd3-48d9446c0e11" providerId="ADAL" clId="{F7758BC5-6EC4-45CA-BAA1-85E2667CD311}" dt="2026-10-08T20:49:28.419" v="2" actId="26606"/>
          <ac:picMkLst>
            <pc:docMk/>
            <pc:sldMk cId="1615498175" sldId="324"/>
            <ac:picMk id="12" creationId="{1F875E31-D75C-D4D6-7D46-70E072C4632F}"/>
          </ac:picMkLst>
        </pc:picChg>
      </pc:sldChg>
      <pc:sldChg chg="addSp delSp modSp add mod setBg modClrScheme chgLayout">
        <pc:chgData name="Tweedie, Ian" userId="1495e400-0219-49c4-8fd3-48d9446c0e11" providerId="ADAL" clId="{F7758BC5-6EC4-45CA-BAA1-85E2667CD311}" dt="2026-10-08T20:49:28.419" v="2" actId="26606"/>
        <pc:sldMkLst>
          <pc:docMk/>
          <pc:sldMk cId="3656492964" sldId="325"/>
        </pc:sldMkLst>
        <pc:spChg chg="del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3656492964" sldId="325"/>
            <ac:spMk id="2" creationId="{00000000-0000-0000-0000-000000000000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3656492964" sldId="325"/>
            <ac:spMk id="5" creationId="{00000000-0000-0000-0000-000000000000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3656492964" sldId="325"/>
            <ac:spMk id="6" creationId="{00000000-0000-0000-0000-000000000000}"/>
          </ac:spMkLst>
        </pc:spChg>
        <pc:spChg chg="ad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3656492964" sldId="325"/>
            <ac:spMk id="7" creationId="{00000000-0000-0000-0000-000000000000}"/>
          </ac:spMkLst>
        </pc:spChg>
        <pc:graphicFrameChg chg="del">
          <ac:chgData name="Tweedie, Ian" userId="1495e400-0219-49c4-8fd3-48d9446c0e11" providerId="ADAL" clId="{F7758BC5-6EC4-45CA-BAA1-85E2667CD311}" dt="2026-10-08T20:49:28.419" v="2" actId="26606"/>
          <ac:graphicFrameMkLst>
            <pc:docMk/>
            <pc:sldMk cId="3656492964" sldId="325"/>
            <ac:graphicFrameMk id="4" creationId="{DAB0D5BD-D73F-3779-4B2F-C3E7996E9985}"/>
          </ac:graphicFrameMkLst>
        </pc:graphicFrameChg>
        <pc:picChg chg="mod">
          <ac:chgData name="Tweedie, Ian" userId="1495e400-0219-49c4-8fd3-48d9446c0e11" providerId="ADAL" clId="{F7758BC5-6EC4-45CA-BAA1-85E2667CD311}" dt="2026-10-08T20:49:28.419" v="2" actId="26606"/>
          <ac:picMkLst>
            <pc:docMk/>
            <pc:sldMk cId="3656492964" sldId="325"/>
            <ac:picMk id="3" creationId="{7D04E2A9-80A8-F807-CEDC-EA9F1DDAB437}"/>
          </ac:picMkLst>
        </pc:picChg>
        <pc:picChg chg="add">
          <ac:chgData name="Tweedie, Ian" userId="1495e400-0219-49c4-8fd3-48d9446c0e11" providerId="ADAL" clId="{F7758BC5-6EC4-45CA-BAA1-85E2667CD311}" dt="2026-10-08T20:49:28.419" v="2" actId="26606"/>
          <ac:picMkLst>
            <pc:docMk/>
            <pc:sldMk cId="3656492964" sldId="325"/>
            <ac:picMk id="8" creationId="{1F875E31-D75C-D4D6-7D46-70E072C4632F}"/>
          </ac:picMkLst>
        </pc:picChg>
      </pc:sldChg>
      <pc:sldChg chg="addSp delSp modSp add mod setBg modClrScheme chgLayout">
        <pc:chgData name="Tweedie, Ian" userId="1495e400-0219-49c4-8fd3-48d9446c0e11" providerId="ADAL" clId="{F7758BC5-6EC4-45CA-BAA1-85E2667CD311}" dt="2026-10-08T20:49:28.419" v="2" actId="26606"/>
        <pc:sldMkLst>
          <pc:docMk/>
          <pc:sldMk cId="4096944749" sldId="326"/>
        </pc:sldMkLst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4096944749" sldId="326"/>
            <ac:spMk id="7" creationId="{F3BA1BE6-4311-48AD-4F53-722781B668A2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4096944749" sldId="326"/>
            <ac:spMk id="8" creationId="{BB883DD3-4E34-A5CB-A7B0-CCDE805C6758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4096944749" sldId="326"/>
            <ac:spMk id="9" creationId="{CB636007-93BF-04E7-6C0D-4CDB69A00080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4096944749" sldId="326"/>
            <ac:spMk id="10" creationId="{47B90FD4-367D-6843-EC31-0E45C142CB69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4096944749" sldId="326"/>
            <ac:spMk id="11" creationId="{C250B721-51DE-02E3-0683-848335835B6B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4096944749" sldId="326"/>
            <ac:spMk id="12" creationId="{1489BE74-357D-338A-0DFF-9FCF5BF42812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4096944749" sldId="326"/>
            <ac:spMk id="14" creationId="{5B5C1D93-E122-3BEF-AA21-4E8F7A927E99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4096944749" sldId="326"/>
            <ac:spMk id="16" creationId="{F559DC54-6317-CC7B-AA93-A90858550D26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4096944749" sldId="326"/>
            <ac:spMk id="19" creationId="{00000000-0000-0000-0000-000000000000}"/>
          </ac:spMkLst>
        </pc:spChg>
        <pc:spChg chg="ad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4096944749" sldId="326"/>
            <ac:spMk id="21" creationId="{00000000-0000-0000-0000-000000000000}"/>
          </ac:spMkLst>
        </pc:spChg>
      </pc:sldChg>
      <pc:sldChg chg="addSp delSp modSp add mod setBg modClrScheme chgLayout">
        <pc:chgData name="Tweedie, Ian" userId="1495e400-0219-49c4-8fd3-48d9446c0e11" providerId="ADAL" clId="{F7758BC5-6EC4-45CA-BAA1-85E2667CD311}" dt="2026-10-08T20:49:28.419" v="2" actId="26606"/>
        <pc:sldMkLst>
          <pc:docMk/>
          <pc:sldMk cId="3319853395" sldId="327"/>
        </pc:sldMkLst>
        <pc:spChg chg="del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3319853395" sldId="327"/>
            <ac:spMk id="2" creationId="{00000000-0000-0000-0000-000000000000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3319853395" sldId="327"/>
            <ac:spMk id="6" creationId="{00000000-0000-0000-0000-000000000000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3319853395" sldId="327"/>
            <ac:spMk id="7" creationId="{00000000-0000-0000-0000-000000000000}"/>
          </ac:spMkLst>
        </pc:spChg>
        <pc:spChg chg="ad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3319853395" sldId="327"/>
            <ac:spMk id="8" creationId="{00000000-0000-0000-0000-000000000000}"/>
          </ac:spMkLst>
        </pc:spChg>
        <pc:graphicFrameChg chg="del">
          <ac:chgData name="Tweedie, Ian" userId="1495e400-0219-49c4-8fd3-48d9446c0e11" providerId="ADAL" clId="{F7758BC5-6EC4-45CA-BAA1-85E2667CD311}" dt="2026-10-08T20:49:28.419" v="2" actId="26606"/>
          <ac:graphicFrameMkLst>
            <pc:docMk/>
            <pc:sldMk cId="3319853395" sldId="327"/>
            <ac:graphicFrameMk id="4" creationId="{9C6508EA-6F64-0E7E-56B5-EC4893C8F73C}"/>
          </ac:graphicFrameMkLst>
        </pc:graphicFrameChg>
        <pc:picChg chg="mod">
          <ac:chgData name="Tweedie, Ian" userId="1495e400-0219-49c4-8fd3-48d9446c0e11" providerId="ADAL" clId="{F7758BC5-6EC4-45CA-BAA1-85E2667CD311}" dt="2026-10-08T20:49:28.419" v="2" actId="26606"/>
          <ac:picMkLst>
            <pc:docMk/>
            <pc:sldMk cId="3319853395" sldId="327"/>
            <ac:picMk id="3" creationId="{FC5608A3-9322-36F8-1712-CE7804A509CA}"/>
          </ac:picMkLst>
        </pc:picChg>
        <pc:picChg chg="mod">
          <ac:chgData name="Tweedie, Ian" userId="1495e400-0219-49c4-8fd3-48d9446c0e11" providerId="ADAL" clId="{F7758BC5-6EC4-45CA-BAA1-85E2667CD311}" dt="2026-10-08T20:49:28.419" v="2" actId="26606"/>
          <ac:picMkLst>
            <pc:docMk/>
            <pc:sldMk cId="3319853395" sldId="327"/>
            <ac:picMk id="5" creationId="{3EC31218-2396-2ED8-EE73-6773648F8ADC}"/>
          </ac:picMkLst>
        </pc:picChg>
        <pc:picChg chg="add">
          <ac:chgData name="Tweedie, Ian" userId="1495e400-0219-49c4-8fd3-48d9446c0e11" providerId="ADAL" clId="{F7758BC5-6EC4-45CA-BAA1-85E2667CD311}" dt="2026-10-08T20:49:28.419" v="2" actId="26606"/>
          <ac:picMkLst>
            <pc:docMk/>
            <pc:sldMk cId="3319853395" sldId="327"/>
            <ac:picMk id="9" creationId="{1F875E31-D75C-D4D6-7D46-70E072C4632F}"/>
          </ac:picMkLst>
        </pc:picChg>
      </pc:sldChg>
      <pc:sldChg chg="addSp delSp modSp add mod setBg modClrScheme chgLayout">
        <pc:chgData name="Tweedie, Ian" userId="1495e400-0219-49c4-8fd3-48d9446c0e11" providerId="ADAL" clId="{F7758BC5-6EC4-45CA-BAA1-85E2667CD311}" dt="2026-10-08T20:49:28.419" v="2" actId="26606"/>
        <pc:sldMkLst>
          <pc:docMk/>
          <pc:sldMk cId="2679528431" sldId="328"/>
        </pc:sldMkLst>
        <pc:spChg chg="del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2679528431" sldId="328"/>
            <ac:spMk id="2" creationId="{00000000-0000-0000-0000-000000000000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2679528431" sldId="328"/>
            <ac:spMk id="5" creationId="{00000000-0000-0000-0000-000000000000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2679528431" sldId="328"/>
            <ac:spMk id="6" creationId="{00000000-0000-0000-0000-000000000000}"/>
          </ac:spMkLst>
        </pc:spChg>
        <pc:spChg chg="ad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2679528431" sldId="328"/>
            <ac:spMk id="7" creationId="{00000000-0000-0000-0000-000000000000}"/>
          </ac:spMkLst>
        </pc:spChg>
        <pc:graphicFrameChg chg="del">
          <ac:chgData name="Tweedie, Ian" userId="1495e400-0219-49c4-8fd3-48d9446c0e11" providerId="ADAL" clId="{F7758BC5-6EC4-45CA-BAA1-85E2667CD311}" dt="2026-10-08T20:49:28.419" v="2" actId="26606"/>
          <ac:graphicFrameMkLst>
            <pc:docMk/>
            <pc:sldMk cId="2679528431" sldId="328"/>
            <ac:graphicFrameMk id="4" creationId="{2D399D89-6012-44FC-755A-680AF8342EF0}"/>
          </ac:graphicFrameMkLst>
        </pc:graphicFrameChg>
        <pc:picChg chg="mod">
          <ac:chgData name="Tweedie, Ian" userId="1495e400-0219-49c4-8fd3-48d9446c0e11" providerId="ADAL" clId="{F7758BC5-6EC4-45CA-BAA1-85E2667CD311}" dt="2026-10-08T20:49:28.419" v="2" actId="26606"/>
          <ac:picMkLst>
            <pc:docMk/>
            <pc:sldMk cId="2679528431" sldId="328"/>
            <ac:picMk id="3" creationId="{A9CCF8F5-9AD1-26E6-C2F4-26AFB8A900EF}"/>
          </ac:picMkLst>
        </pc:picChg>
        <pc:picChg chg="add">
          <ac:chgData name="Tweedie, Ian" userId="1495e400-0219-49c4-8fd3-48d9446c0e11" providerId="ADAL" clId="{F7758BC5-6EC4-45CA-BAA1-85E2667CD311}" dt="2026-10-08T20:49:28.419" v="2" actId="26606"/>
          <ac:picMkLst>
            <pc:docMk/>
            <pc:sldMk cId="2679528431" sldId="328"/>
            <ac:picMk id="8" creationId="{1F875E31-D75C-D4D6-7D46-70E072C4632F}"/>
          </ac:picMkLst>
        </pc:picChg>
      </pc:sldChg>
      <pc:sldChg chg="addSp modSp add mod setBg modClrScheme chgLayout">
        <pc:chgData name="Tweedie, Ian" userId="1495e400-0219-49c4-8fd3-48d9446c0e11" providerId="ADAL" clId="{F7758BC5-6EC4-45CA-BAA1-85E2667CD311}" dt="2026-10-09T07:02:03.943" v="12" actId="26606"/>
        <pc:sldMkLst>
          <pc:docMk/>
          <pc:sldMk cId="3718740674" sldId="329"/>
        </pc:sldMkLst>
        <pc:spChg chg="mod">
          <ac:chgData name="Tweedie, Ian" userId="1495e400-0219-49c4-8fd3-48d9446c0e11" providerId="ADAL" clId="{F7758BC5-6EC4-45CA-BAA1-85E2667CD311}" dt="2026-10-09T07:02:03.943" v="12" actId="26606"/>
          <ac:spMkLst>
            <pc:docMk/>
            <pc:sldMk cId="3718740674" sldId="329"/>
            <ac:spMk id="3" creationId="{C88E55BC-CE61-ED1F-4406-0C7875787779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3718740674" sldId="329"/>
            <ac:spMk id="4" creationId="{E0155504-F779-7C98-F73A-6A407202D882}"/>
          </ac:spMkLst>
        </pc:spChg>
        <pc:spChg chg="ad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3718740674" sldId="329"/>
            <ac:spMk id="5" creationId="{00000000-0000-0000-0000-000000000000}"/>
          </ac:spMkLst>
        </pc:spChg>
        <pc:spChg chg="ad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3718740674" sldId="329"/>
            <ac:spMk id="6" creationId="{00000000-0000-0000-0000-000000000000}"/>
          </ac:spMkLst>
        </pc:spChg>
        <pc:spChg chg="add">
          <ac:chgData name="Tweedie, Ian" userId="1495e400-0219-49c4-8fd3-48d9446c0e11" providerId="ADAL" clId="{F7758BC5-6EC4-45CA-BAA1-85E2667CD311}" dt="2026-10-09T07:02:03.943" v="12" actId="26606"/>
          <ac:spMkLst>
            <pc:docMk/>
            <pc:sldMk cId="3718740674" sldId="329"/>
            <ac:spMk id="8" creationId="{00000000-0000-0000-0000-000000000000}"/>
          </ac:spMkLst>
        </pc:spChg>
        <pc:spChg chg="add">
          <ac:chgData name="Tweedie, Ian" userId="1495e400-0219-49c4-8fd3-48d9446c0e11" providerId="ADAL" clId="{F7758BC5-6EC4-45CA-BAA1-85E2667CD311}" dt="2026-10-09T07:02:03.943" v="12" actId="26606"/>
          <ac:spMkLst>
            <pc:docMk/>
            <pc:sldMk cId="3718740674" sldId="329"/>
            <ac:spMk id="9" creationId="{00000000-0000-0000-0000-000000000000}"/>
          </ac:spMkLst>
        </pc:spChg>
        <pc:spChg chg="add">
          <ac:chgData name="Tweedie, Ian" userId="1495e400-0219-49c4-8fd3-48d9446c0e11" providerId="ADAL" clId="{F7758BC5-6EC4-45CA-BAA1-85E2667CD311}" dt="2026-10-09T07:02:03.943" v="12" actId="26606"/>
          <ac:spMkLst>
            <pc:docMk/>
            <pc:sldMk cId="3718740674" sldId="329"/>
            <ac:spMk id="10" creationId="{00000000-0000-0000-0000-000000000000}"/>
          </ac:spMkLst>
        </pc:spChg>
        <pc:spChg chg="add">
          <ac:chgData name="Tweedie, Ian" userId="1495e400-0219-49c4-8fd3-48d9446c0e11" providerId="ADAL" clId="{F7758BC5-6EC4-45CA-BAA1-85E2667CD311}" dt="2026-10-09T07:02:03.943" v="12" actId="26606"/>
          <ac:spMkLst>
            <pc:docMk/>
            <pc:sldMk cId="3718740674" sldId="329"/>
            <ac:spMk id="11" creationId="{00000000-0000-0000-0000-000000000000}"/>
          </ac:spMkLst>
        </pc:spChg>
        <pc:spChg chg="add">
          <ac:chgData name="Tweedie, Ian" userId="1495e400-0219-49c4-8fd3-48d9446c0e11" providerId="ADAL" clId="{F7758BC5-6EC4-45CA-BAA1-85E2667CD311}" dt="2026-10-09T07:02:03.943" v="12" actId="26606"/>
          <ac:spMkLst>
            <pc:docMk/>
            <pc:sldMk cId="3718740674" sldId="329"/>
            <ac:spMk id="12" creationId="{00000000-0000-0000-0000-000000000000}"/>
          </ac:spMkLst>
        </pc:spChg>
        <pc:picChg chg="add">
          <ac:chgData name="Tweedie, Ian" userId="1495e400-0219-49c4-8fd3-48d9446c0e11" providerId="ADAL" clId="{F7758BC5-6EC4-45CA-BAA1-85E2667CD311}" dt="2026-10-08T20:49:28.419" v="2" actId="26606"/>
          <ac:picMkLst>
            <pc:docMk/>
            <pc:sldMk cId="3718740674" sldId="329"/>
            <ac:picMk id="7" creationId="{1F875E31-D75C-D4D6-7D46-70E072C4632F}"/>
          </ac:picMkLst>
        </pc:picChg>
      </pc:sldChg>
      <pc:sldChg chg="addSp delSp modSp add mod setBg modClrScheme chgLayout">
        <pc:chgData name="Tweedie, Ian" userId="1495e400-0219-49c4-8fd3-48d9446c0e11" providerId="ADAL" clId="{F7758BC5-6EC4-45CA-BAA1-85E2667CD311}" dt="2026-10-08T20:49:28.419" v="2" actId="26606"/>
        <pc:sldMkLst>
          <pc:docMk/>
          <pc:sldMk cId="780421770" sldId="330"/>
        </pc:sldMkLst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780421770" sldId="330"/>
            <ac:spMk id="2" creationId="{CDE96F1B-902B-55A4-EEFD-F2F1F536DED5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780421770" sldId="330"/>
            <ac:spMk id="3" creationId="{00000000-0000-0000-0000-000000000000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780421770" sldId="330"/>
            <ac:spMk id="7" creationId="{00000000-0000-0000-0000-000000000000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780421770" sldId="330"/>
            <ac:spMk id="8" creationId="{00000000-0000-0000-0000-000000000000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780421770" sldId="330"/>
            <ac:spMk id="9" creationId="{00000000-0000-0000-0000-000000000000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780421770" sldId="330"/>
            <ac:spMk id="11" creationId="{00000000-0000-0000-0000-000000000000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780421770" sldId="330"/>
            <ac:spMk id="12" creationId="{00000000-0000-0000-0000-000000000000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780421770" sldId="330"/>
            <ac:spMk id="15" creationId="{00000000-0000-0000-0000-000000000000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780421770" sldId="330"/>
            <ac:spMk id="17" creationId="{00000000-0000-0000-0000-000000000000}"/>
          </ac:spMkLst>
        </pc:spChg>
        <pc:spChg chg="ad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780421770" sldId="330"/>
            <ac:spMk id="29" creationId="{00000000-0000-0000-0000-000000000000}"/>
          </ac:spMkLst>
        </pc:spChg>
      </pc:sldChg>
      <pc:sldChg chg="add del">
        <pc:chgData name="Tweedie, Ian" userId="1495e400-0219-49c4-8fd3-48d9446c0e11" providerId="ADAL" clId="{F7758BC5-6EC4-45CA-BAA1-85E2667CD311}" dt="2026-10-08T20:49:28.419" v="2" actId="26606"/>
        <pc:sldMkLst>
          <pc:docMk/>
          <pc:sldMk cId="3756307640" sldId="332"/>
        </pc:sldMkLst>
      </pc:sldChg>
      <pc:sldChg chg="addSp delSp modSp add mod setBg modClrScheme chgLayout">
        <pc:chgData name="Tweedie, Ian" userId="1495e400-0219-49c4-8fd3-48d9446c0e11" providerId="ADAL" clId="{F7758BC5-6EC4-45CA-BAA1-85E2667CD311}" dt="2026-10-08T20:49:28.419" v="2" actId="26606"/>
        <pc:sldMkLst>
          <pc:docMk/>
          <pc:sldMk cId="3770074068" sldId="333"/>
        </pc:sldMkLst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3770074068" sldId="333"/>
            <ac:spMk id="3" creationId="{B9A7FE11-D842-EF4F-4CBB-DBC0804FAF5A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3770074068" sldId="333"/>
            <ac:spMk id="9" creationId="{A8E81374-0168-AA38-46C1-A74EE9339FF8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3770074068" sldId="333"/>
            <ac:spMk id="11" creationId="{24E3E369-FFC9-6202-4A6A-0DC5E852D3AB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3770074068" sldId="333"/>
            <ac:spMk id="12" creationId="{42E1B11A-7975-0E89-773A-57BE130DC377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3770074068" sldId="333"/>
            <ac:spMk id="16" creationId="{BB312582-3B9E-1587-DE2F-EAAB73C56901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3770074068" sldId="333"/>
            <ac:spMk id="24" creationId="{64BB8356-B6B7-E0DD-7D1D-75AFC3E3C9DD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3770074068" sldId="333"/>
            <ac:spMk id="25" creationId="{74ABF0A1-B985-9387-E5BE-BBD9C39D5DD4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3770074068" sldId="333"/>
            <ac:spMk id="27" creationId="{0A96C7CF-A547-C912-EF5D-D7979BDFF07E}"/>
          </ac:spMkLst>
        </pc:spChg>
        <pc:spChg chg="mo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3770074068" sldId="333"/>
            <ac:spMk id="28" creationId="{B3D8F7C5-A840-569F-FD23-543DA10A97C7}"/>
          </ac:spMkLst>
        </pc:spChg>
        <pc:spChg chg="add">
          <ac:chgData name="Tweedie, Ian" userId="1495e400-0219-49c4-8fd3-48d9446c0e11" providerId="ADAL" clId="{F7758BC5-6EC4-45CA-BAA1-85E2667CD311}" dt="2026-10-08T20:49:28.419" v="2" actId="26606"/>
          <ac:spMkLst>
            <pc:docMk/>
            <pc:sldMk cId="3770074068" sldId="333"/>
            <ac:spMk id="30" creationId="{00000000-0000-0000-0000-000000000000}"/>
          </ac:spMkLst>
        </pc:spChg>
        <pc:graphicFrameChg chg="mod replId">
          <ac:chgData name="Tweedie, Ian" userId="1495e400-0219-49c4-8fd3-48d9446c0e11" providerId="ADAL" clId="{F7758BC5-6EC4-45CA-BAA1-85E2667CD311}" dt="2026-10-08T20:49:27.018" v="1" actId="26606"/>
          <ac:graphicFrameMkLst>
            <pc:docMk/>
            <pc:sldMk cId="3770074068" sldId="333"/>
            <ac:graphicFrameMk id="32" creationId="{8390B383-50A9-BCAC-80C5-A1E4A24BFB20}"/>
          </ac:graphicFrameMkLst>
        </pc:graphicFrameChg>
      </pc:sldChg>
      <pc:sldChg chg="add">
        <pc:chgData name="Tweedie, Ian" userId="1495e400-0219-49c4-8fd3-48d9446c0e11" providerId="ADAL" clId="{F7758BC5-6EC4-45CA-BAA1-85E2667CD311}" dt="2026-10-09T06:43:00.715" v="10" actId="26606"/>
        <pc:sldMkLst>
          <pc:docMk/>
          <pc:sldMk cId="0" sldId="33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BBC3A68-F27B-B8AB-D429-7D91769CEBA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AA0936-A2AE-4586-FE06-AD77010880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EAC349-9FC9-4225-91C7-9F6782529F36}" type="datetimeFigureOut">
              <a:rPr lang="en-GB" smtClean="0"/>
              <a:t>08/10/2026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C8082D-6075-F2DF-3C50-F88966C59E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5909D4-3302-3D58-96C0-A68C02027D2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9979D-3056-46AB-8AFC-19A57A9268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66863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9445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Brand reference derived from the current South Coast User Group presentation template. Font: Krona One. Mint #1BDBB0, blue #008BEF, navy #1D2842 and white #FFFFFF are taken from editable slide and template objects. Logo artwork and footer remain inherited from the original layout/master. This is a working template reference, not an independently approved corporate brand manual.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18" Type="http://schemas.openxmlformats.org/officeDocument/2006/relationships/image" Target="../media/image15.png"/><Relationship Id="rId3" Type="http://schemas.openxmlformats.org/officeDocument/2006/relationships/image" Target="../media/image20.png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" Type="http://schemas.openxmlformats.org/officeDocument/2006/relationships/image" Target="../media/image19.png"/><Relationship Id="rId16" Type="http://schemas.openxmlformats.org/officeDocument/2006/relationships/image" Target="../media/image13.png"/><Relationship Id="rId20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18.png"/><Relationship Id="rId15" Type="http://schemas.openxmlformats.org/officeDocument/2006/relationships/image" Target="../media/image12.png"/><Relationship Id="rId10" Type="http://schemas.openxmlformats.org/officeDocument/2006/relationships/image" Target="../media/image7.png"/><Relationship Id="rId19" Type="http://schemas.openxmlformats.org/officeDocument/2006/relationships/image" Target="../media/image16.png"/><Relationship Id="rId4" Type="http://schemas.openxmlformats.org/officeDocument/2006/relationships/image" Target="../media/image21.png"/><Relationship Id="rId9" Type="http://schemas.openxmlformats.org/officeDocument/2006/relationships/image" Target="../media/image6.png"/><Relationship Id="rId14" Type="http://schemas.openxmlformats.org/officeDocument/2006/relationships/image" Target="../media/image11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22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3206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05000" y="0"/>
            <a:ext cx="4588205" cy="3659733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5325567" cy="142773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11079" y="2297308"/>
            <a:ext cx="5089525" cy="1766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0" i="0">
                <a:solidFill>
                  <a:srgbClr val="1BDBB0"/>
                </a:solidFill>
                <a:latin typeface="Krona One"/>
                <a:cs typeface="Krona On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9752" y="3840480"/>
            <a:ext cx="8538845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rgbClr val="008BEF"/>
                </a:solidFill>
                <a:latin typeface="Krona One"/>
                <a:cs typeface="Krona On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pic>
        <p:nvPicPr>
          <p:cNvPr id="8" name="Picture 7" descr="Meetup | Find Local Groups, Events, and Activities Near You">
            <a:extLst>
              <a:ext uri="{FF2B5EF4-FFF2-40B4-BE49-F238E27FC236}">
                <a16:creationId xmlns:a16="http://schemas.microsoft.com/office/drawing/2014/main" id="{B64D5722-266B-9B14-2545-465878F9A0DA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116579" y="5831869"/>
            <a:ext cx="1889661" cy="513533"/>
          </a:xfrm>
          <a:prstGeom prst="rect">
            <a:avLst/>
          </a:prstGeom>
        </p:spPr>
      </p:pic>
      <p:pic>
        <p:nvPicPr>
          <p:cNvPr id="10" name="Picture 9" descr="Meetup | Find Local Groups, Events, and Activities Near You">
            <a:extLst>
              <a:ext uri="{FF2B5EF4-FFF2-40B4-BE49-F238E27FC236}">
                <a16:creationId xmlns:a16="http://schemas.microsoft.com/office/drawing/2014/main" id="{A5912402-7C07-B70A-CA53-02A551FD6AD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018743" y="197341"/>
            <a:ext cx="1889661" cy="513533"/>
          </a:xfrm>
          <a:prstGeom prst="rect">
            <a:avLst/>
          </a:prstGeom>
        </p:spPr>
      </p:pic>
      <p:sp>
        <p:nvSpPr>
          <p:cNvPr id="12" name="bg object 18">
            <a:extLst>
              <a:ext uri="{FF2B5EF4-FFF2-40B4-BE49-F238E27FC236}">
                <a16:creationId xmlns:a16="http://schemas.microsoft.com/office/drawing/2014/main" id="{624683B1-10EE-7CBB-BA88-08A5B1C02C02}"/>
              </a:ext>
            </a:extLst>
          </p:cNvPr>
          <p:cNvSpPr/>
          <p:nvPr userDrawn="1"/>
        </p:nvSpPr>
        <p:spPr>
          <a:xfrm>
            <a:off x="540005" y="5823783"/>
            <a:ext cx="612775" cy="588010"/>
          </a:xfrm>
          <a:custGeom>
            <a:avLst/>
            <a:gdLst/>
            <a:ahLst/>
            <a:cxnLst/>
            <a:rect l="l" t="t" r="r" b="b"/>
            <a:pathLst>
              <a:path w="612775" h="588010">
                <a:moveTo>
                  <a:pt x="306108" y="0"/>
                </a:moveTo>
                <a:lnTo>
                  <a:pt x="256436" y="3846"/>
                </a:lnTo>
                <a:lnTo>
                  <a:pt x="209323" y="14981"/>
                </a:lnTo>
                <a:lnTo>
                  <a:pt x="165398" y="32800"/>
                </a:lnTo>
                <a:lnTo>
                  <a:pt x="125290" y="56698"/>
                </a:lnTo>
                <a:lnTo>
                  <a:pt x="89627" y="86069"/>
                </a:lnTo>
                <a:lnTo>
                  <a:pt x="59038" y="120308"/>
                </a:lnTo>
                <a:lnTo>
                  <a:pt x="34152" y="158810"/>
                </a:lnTo>
                <a:lnTo>
                  <a:pt x="15597" y="200969"/>
                </a:lnTo>
                <a:lnTo>
                  <a:pt x="4004" y="246181"/>
                </a:lnTo>
                <a:lnTo>
                  <a:pt x="0" y="293839"/>
                </a:lnTo>
                <a:lnTo>
                  <a:pt x="4004" y="341498"/>
                </a:lnTo>
                <a:lnTo>
                  <a:pt x="15597" y="386710"/>
                </a:lnTo>
                <a:lnTo>
                  <a:pt x="34152" y="428869"/>
                </a:lnTo>
                <a:lnTo>
                  <a:pt x="59038" y="467371"/>
                </a:lnTo>
                <a:lnTo>
                  <a:pt x="89627" y="501610"/>
                </a:lnTo>
                <a:lnTo>
                  <a:pt x="125290" y="530981"/>
                </a:lnTo>
                <a:lnTo>
                  <a:pt x="165398" y="554879"/>
                </a:lnTo>
                <a:lnTo>
                  <a:pt x="209323" y="572698"/>
                </a:lnTo>
                <a:lnTo>
                  <a:pt x="256436" y="583833"/>
                </a:lnTo>
                <a:lnTo>
                  <a:pt x="306108" y="587679"/>
                </a:lnTo>
                <a:lnTo>
                  <a:pt x="355780" y="583833"/>
                </a:lnTo>
                <a:lnTo>
                  <a:pt x="402893" y="572698"/>
                </a:lnTo>
                <a:lnTo>
                  <a:pt x="446820" y="554879"/>
                </a:lnTo>
                <a:lnTo>
                  <a:pt x="486930" y="530981"/>
                </a:lnTo>
                <a:lnTo>
                  <a:pt x="522595" y="501610"/>
                </a:lnTo>
                <a:lnTo>
                  <a:pt x="553186" y="467371"/>
                </a:lnTo>
                <a:lnTo>
                  <a:pt x="578074" y="428869"/>
                </a:lnTo>
                <a:lnTo>
                  <a:pt x="596629" y="386710"/>
                </a:lnTo>
                <a:lnTo>
                  <a:pt x="608224" y="341498"/>
                </a:lnTo>
                <a:lnTo>
                  <a:pt x="612228" y="293839"/>
                </a:lnTo>
                <a:lnTo>
                  <a:pt x="608224" y="246181"/>
                </a:lnTo>
                <a:lnTo>
                  <a:pt x="596629" y="200969"/>
                </a:lnTo>
                <a:lnTo>
                  <a:pt x="578074" y="158810"/>
                </a:lnTo>
                <a:lnTo>
                  <a:pt x="553186" y="120308"/>
                </a:lnTo>
                <a:lnTo>
                  <a:pt x="522595" y="86069"/>
                </a:lnTo>
                <a:lnTo>
                  <a:pt x="486930" y="56698"/>
                </a:lnTo>
                <a:lnTo>
                  <a:pt x="446820" y="32800"/>
                </a:lnTo>
                <a:lnTo>
                  <a:pt x="402893" y="14981"/>
                </a:lnTo>
                <a:lnTo>
                  <a:pt x="355780" y="3846"/>
                </a:lnTo>
                <a:lnTo>
                  <a:pt x="306108" y="0"/>
                </a:lnTo>
                <a:close/>
              </a:path>
            </a:pathLst>
          </a:custGeom>
          <a:solidFill>
            <a:srgbClr val="008C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bg object 19">
            <a:extLst>
              <a:ext uri="{FF2B5EF4-FFF2-40B4-BE49-F238E27FC236}">
                <a16:creationId xmlns:a16="http://schemas.microsoft.com/office/drawing/2014/main" id="{34DFEEB4-B7BE-D975-04E5-0306A82F28AB}"/>
              </a:ext>
            </a:extLst>
          </p:cNvPr>
          <p:cNvSpPr/>
          <p:nvPr userDrawn="1"/>
        </p:nvSpPr>
        <p:spPr>
          <a:xfrm>
            <a:off x="682855" y="5899144"/>
            <a:ext cx="328295" cy="436880"/>
          </a:xfrm>
          <a:custGeom>
            <a:avLst/>
            <a:gdLst/>
            <a:ahLst/>
            <a:cxnLst/>
            <a:rect l="l" t="t" r="r" b="b"/>
            <a:pathLst>
              <a:path w="328294" h="436879">
                <a:moveTo>
                  <a:pt x="49604" y="348094"/>
                </a:moveTo>
                <a:lnTo>
                  <a:pt x="18667" y="400875"/>
                </a:lnTo>
                <a:lnTo>
                  <a:pt x="87774" y="427629"/>
                </a:lnTo>
                <a:lnTo>
                  <a:pt x="161300" y="436714"/>
                </a:lnTo>
                <a:lnTo>
                  <a:pt x="167930" y="436714"/>
                </a:lnTo>
                <a:lnTo>
                  <a:pt x="218976" y="428073"/>
                </a:lnTo>
                <a:lnTo>
                  <a:pt x="263132" y="405363"/>
                </a:lnTo>
                <a:lnTo>
                  <a:pt x="292801" y="376072"/>
                </a:lnTo>
                <a:lnTo>
                  <a:pt x="164488" y="376072"/>
                </a:lnTo>
                <a:lnTo>
                  <a:pt x="134625" y="374669"/>
                </a:lnTo>
                <a:lnTo>
                  <a:pt x="105293" y="369446"/>
                </a:lnTo>
                <a:lnTo>
                  <a:pt x="76838" y="360541"/>
                </a:lnTo>
                <a:lnTo>
                  <a:pt x="49604" y="348094"/>
                </a:lnTo>
                <a:close/>
              </a:path>
              <a:path w="328294" h="436879">
                <a:moveTo>
                  <a:pt x="171117" y="125679"/>
                </a:moveTo>
                <a:lnTo>
                  <a:pt x="161542" y="125679"/>
                </a:lnTo>
                <a:lnTo>
                  <a:pt x="149727" y="128450"/>
                </a:lnTo>
                <a:lnTo>
                  <a:pt x="140307" y="135318"/>
                </a:lnTo>
                <a:lnTo>
                  <a:pt x="134202" y="145224"/>
                </a:lnTo>
                <a:lnTo>
                  <a:pt x="132332" y="157111"/>
                </a:lnTo>
                <a:lnTo>
                  <a:pt x="135103" y="168921"/>
                </a:lnTo>
                <a:lnTo>
                  <a:pt x="141969" y="178341"/>
                </a:lnTo>
                <a:lnTo>
                  <a:pt x="151872" y="184449"/>
                </a:lnTo>
                <a:lnTo>
                  <a:pt x="163751" y="186321"/>
                </a:lnTo>
                <a:lnTo>
                  <a:pt x="165720" y="186321"/>
                </a:lnTo>
                <a:lnTo>
                  <a:pt x="203854" y="193651"/>
                </a:lnTo>
                <a:lnTo>
                  <a:pt x="235154" y="213661"/>
                </a:lnTo>
                <a:lnTo>
                  <a:pt x="256467" y="243382"/>
                </a:lnTo>
                <a:lnTo>
                  <a:pt x="264640" y="279844"/>
                </a:lnTo>
                <a:lnTo>
                  <a:pt x="257388" y="316834"/>
                </a:lnTo>
                <a:lnTo>
                  <a:pt x="236629" y="347289"/>
                </a:lnTo>
                <a:lnTo>
                  <a:pt x="205513" y="368078"/>
                </a:lnTo>
                <a:lnTo>
                  <a:pt x="167193" y="376072"/>
                </a:lnTo>
                <a:lnTo>
                  <a:pt x="292801" y="376072"/>
                </a:lnTo>
                <a:lnTo>
                  <a:pt x="297746" y="371189"/>
                </a:lnTo>
                <a:lnTo>
                  <a:pt x="320164" y="328156"/>
                </a:lnTo>
                <a:lnTo>
                  <a:pt x="327584" y="279844"/>
                </a:lnTo>
                <a:lnTo>
                  <a:pt x="327697" y="279107"/>
                </a:lnTo>
                <a:lnTo>
                  <a:pt x="327734" y="278866"/>
                </a:lnTo>
                <a:lnTo>
                  <a:pt x="327934" y="278866"/>
                </a:lnTo>
                <a:lnTo>
                  <a:pt x="320096" y="233346"/>
                </a:lnTo>
                <a:lnTo>
                  <a:pt x="299382" y="193158"/>
                </a:lnTo>
                <a:lnTo>
                  <a:pt x="268028" y="160582"/>
                </a:lnTo>
                <a:lnTo>
                  <a:pt x="228225" y="137655"/>
                </a:lnTo>
                <a:lnTo>
                  <a:pt x="182166" y="126415"/>
                </a:lnTo>
                <a:lnTo>
                  <a:pt x="176756" y="125933"/>
                </a:lnTo>
                <a:lnTo>
                  <a:pt x="171117" y="125679"/>
                </a:lnTo>
                <a:close/>
              </a:path>
              <a:path w="328294" h="436879">
                <a:moveTo>
                  <a:pt x="161783" y="0"/>
                </a:moveTo>
                <a:lnTo>
                  <a:pt x="158354" y="0"/>
                </a:lnTo>
                <a:lnTo>
                  <a:pt x="126813" y="3254"/>
                </a:lnTo>
                <a:lnTo>
                  <a:pt x="69080" y="27165"/>
                </a:lnTo>
                <a:lnTo>
                  <a:pt x="15532" y="85957"/>
                </a:lnTo>
                <a:lnTo>
                  <a:pt x="696" y="130277"/>
                </a:lnTo>
                <a:lnTo>
                  <a:pt x="292" y="157111"/>
                </a:lnTo>
                <a:lnTo>
                  <a:pt x="240" y="160582"/>
                </a:lnTo>
                <a:lnTo>
                  <a:pt x="115" y="168921"/>
                </a:lnTo>
                <a:lnTo>
                  <a:pt x="0" y="176564"/>
                </a:lnTo>
                <a:lnTo>
                  <a:pt x="13501" y="221296"/>
                </a:lnTo>
                <a:lnTo>
                  <a:pt x="41260" y="260946"/>
                </a:lnTo>
                <a:lnTo>
                  <a:pt x="72356" y="285993"/>
                </a:lnTo>
                <a:lnTo>
                  <a:pt x="129628" y="308262"/>
                </a:lnTo>
                <a:lnTo>
                  <a:pt x="160564" y="311023"/>
                </a:lnTo>
                <a:lnTo>
                  <a:pt x="160805" y="311518"/>
                </a:lnTo>
                <a:lnTo>
                  <a:pt x="163015" y="311518"/>
                </a:lnTo>
                <a:lnTo>
                  <a:pt x="174857" y="309466"/>
                </a:lnTo>
                <a:lnTo>
                  <a:pt x="184676" y="303229"/>
                </a:lnTo>
                <a:lnTo>
                  <a:pt x="191459" y="293771"/>
                </a:lnTo>
                <a:lnTo>
                  <a:pt x="194193" y="282054"/>
                </a:lnTo>
                <a:lnTo>
                  <a:pt x="192142" y="270212"/>
                </a:lnTo>
                <a:lnTo>
                  <a:pt x="185905" y="260392"/>
                </a:lnTo>
                <a:lnTo>
                  <a:pt x="176446" y="253609"/>
                </a:lnTo>
                <a:lnTo>
                  <a:pt x="164729" y="250875"/>
                </a:lnTo>
                <a:lnTo>
                  <a:pt x="160805" y="250875"/>
                </a:lnTo>
                <a:lnTo>
                  <a:pt x="141882" y="249109"/>
                </a:lnTo>
                <a:lnTo>
                  <a:pt x="91819" y="223875"/>
                </a:lnTo>
                <a:lnTo>
                  <a:pt x="61939" y="159899"/>
                </a:lnTo>
                <a:lnTo>
                  <a:pt x="66954" y="126415"/>
                </a:lnTo>
                <a:lnTo>
                  <a:pt x="67064" y="125679"/>
                </a:lnTo>
                <a:lnTo>
                  <a:pt x="67180" y="124906"/>
                </a:lnTo>
                <a:lnTo>
                  <a:pt x="86180" y="93522"/>
                </a:lnTo>
                <a:lnTo>
                  <a:pt x="87412" y="92303"/>
                </a:lnTo>
                <a:lnTo>
                  <a:pt x="88631" y="90830"/>
                </a:lnTo>
                <a:lnTo>
                  <a:pt x="121835" y="68521"/>
                </a:lnTo>
                <a:lnTo>
                  <a:pt x="159332" y="60883"/>
                </a:lnTo>
                <a:lnTo>
                  <a:pt x="293239" y="60883"/>
                </a:lnTo>
                <a:lnTo>
                  <a:pt x="307846" y="35839"/>
                </a:lnTo>
                <a:lnTo>
                  <a:pt x="273220" y="19881"/>
                </a:lnTo>
                <a:lnTo>
                  <a:pt x="237029" y="8528"/>
                </a:lnTo>
                <a:lnTo>
                  <a:pt x="199730" y="1870"/>
                </a:lnTo>
                <a:lnTo>
                  <a:pt x="161783" y="0"/>
                </a:lnTo>
                <a:close/>
              </a:path>
              <a:path w="328294" h="436879">
                <a:moveTo>
                  <a:pt x="327934" y="278866"/>
                </a:moveTo>
                <a:lnTo>
                  <a:pt x="327734" y="278866"/>
                </a:lnTo>
                <a:lnTo>
                  <a:pt x="327975" y="279107"/>
                </a:lnTo>
                <a:lnTo>
                  <a:pt x="327934" y="278866"/>
                </a:lnTo>
                <a:close/>
              </a:path>
              <a:path w="328294" h="436879">
                <a:moveTo>
                  <a:pt x="293239" y="60883"/>
                </a:moveTo>
                <a:lnTo>
                  <a:pt x="162037" y="60883"/>
                </a:lnTo>
                <a:lnTo>
                  <a:pt x="191893" y="62287"/>
                </a:lnTo>
                <a:lnTo>
                  <a:pt x="221222" y="67510"/>
                </a:lnTo>
                <a:lnTo>
                  <a:pt x="249680" y="76414"/>
                </a:lnTo>
                <a:lnTo>
                  <a:pt x="276921" y="88861"/>
                </a:lnTo>
                <a:lnTo>
                  <a:pt x="293239" y="6088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9" name="bg object 20">
            <a:extLst>
              <a:ext uri="{FF2B5EF4-FFF2-40B4-BE49-F238E27FC236}">
                <a16:creationId xmlns:a16="http://schemas.microsoft.com/office/drawing/2014/main" id="{8564A8F8-775D-2A75-AD33-C27C1A0F432E}"/>
              </a:ext>
            </a:extLst>
          </p:cNvPr>
          <p:cNvPicPr/>
          <p:nvPr userDrawn="1"/>
        </p:nvPicPr>
        <p:blipFill>
          <a:blip r:embed="rId6" cstate="print"/>
          <a:stretch>
            <a:fillRect/>
          </a:stretch>
        </p:blipFill>
        <p:spPr>
          <a:xfrm>
            <a:off x="1232018" y="5841705"/>
            <a:ext cx="303411" cy="214299"/>
          </a:xfrm>
          <a:prstGeom prst="rect">
            <a:avLst/>
          </a:prstGeom>
        </p:spPr>
      </p:pic>
      <p:pic>
        <p:nvPicPr>
          <p:cNvPr id="51" name="bg object 21">
            <a:extLst>
              <a:ext uri="{FF2B5EF4-FFF2-40B4-BE49-F238E27FC236}">
                <a16:creationId xmlns:a16="http://schemas.microsoft.com/office/drawing/2014/main" id="{88822FA2-9E74-FDCD-EC35-D4955669E057}"/>
              </a:ext>
            </a:extLst>
          </p:cNvPr>
          <p:cNvPicPr/>
          <p:nvPr userDrawn="1"/>
        </p:nvPicPr>
        <p:blipFill>
          <a:blip r:embed="rId7" cstate="print"/>
          <a:stretch>
            <a:fillRect/>
          </a:stretch>
        </p:blipFill>
        <p:spPr>
          <a:xfrm>
            <a:off x="1558022" y="5905035"/>
            <a:ext cx="129362" cy="151218"/>
          </a:xfrm>
          <a:prstGeom prst="rect">
            <a:avLst/>
          </a:prstGeom>
        </p:spPr>
      </p:pic>
      <p:pic>
        <p:nvPicPr>
          <p:cNvPr id="53" name="bg object 22">
            <a:extLst>
              <a:ext uri="{FF2B5EF4-FFF2-40B4-BE49-F238E27FC236}">
                <a16:creationId xmlns:a16="http://schemas.microsoft.com/office/drawing/2014/main" id="{40B3614A-C8B2-5F33-645F-EA543A4E259C}"/>
              </a:ext>
            </a:extLst>
          </p:cNvPr>
          <p:cNvPicPr/>
          <p:nvPr userDrawn="1"/>
        </p:nvPicPr>
        <p:blipFill>
          <a:blip r:embed="rId8" cstate="print"/>
          <a:stretch>
            <a:fillRect/>
          </a:stretch>
        </p:blipFill>
        <p:spPr>
          <a:xfrm>
            <a:off x="1709229" y="5859372"/>
            <a:ext cx="101879" cy="196875"/>
          </a:xfrm>
          <a:prstGeom prst="rect">
            <a:avLst/>
          </a:prstGeom>
        </p:spPr>
      </p:pic>
      <p:pic>
        <p:nvPicPr>
          <p:cNvPr id="55" name="bg object 23">
            <a:extLst>
              <a:ext uri="{FF2B5EF4-FFF2-40B4-BE49-F238E27FC236}">
                <a16:creationId xmlns:a16="http://schemas.microsoft.com/office/drawing/2014/main" id="{87590188-B12B-79E5-8BBE-67D96BBA9ABB}"/>
              </a:ext>
            </a:extLst>
          </p:cNvPr>
          <p:cNvPicPr/>
          <p:nvPr userDrawn="1"/>
        </p:nvPicPr>
        <p:blipFill>
          <a:blip r:embed="rId9" cstate="print"/>
          <a:stretch>
            <a:fillRect/>
          </a:stretch>
        </p:blipFill>
        <p:spPr>
          <a:xfrm>
            <a:off x="1831974" y="5838266"/>
            <a:ext cx="129616" cy="215531"/>
          </a:xfrm>
          <a:prstGeom prst="rect">
            <a:avLst/>
          </a:prstGeom>
        </p:spPr>
      </p:pic>
      <p:pic>
        <p:nvPicPr>
          <p:cNvPr id="57" name="bg object 24">
            <a:extLst>
              <a:ext uri="{FF2B5EF4-FFF2-40B4-BE49-F238E27FC236}">
                <a16:creationId xmlns:a16="http://schemas.microsoft.com/office/drawing/2014/main" id="{1A58934B-9C47-6C25-38D2-8526F8151F54}"/>
              </a:ext>
            </a:extLst>
          </p:cNvPr>
          <p:cNvPicPr/>
          <p:nvPr userDrawn="1"/>
        </p:nvPicPr>
        <p:blipFill>
          <a:blip r:embed="rId10" cstate="print"/>
          <a:stretch>
            <a:fillRect/>
          </a:stretch>
        </p:blipFill>
        <p:spPr>
          <a:xfrm>
            <a:off x="2036950" y="5842196"/>
            <a:ext cx="480663" cy="213810"/>
          </a:xfrm>
          <a:prstGeom prst="rect">
            <a:avLst/>
          </a:prstGeom>
        </p:spPr>
      </p:pic>
      <p:pic>
        <p:nvPicPr>
          <p:cNvPr id="59" name="bg object 25">
            <a:extLst>
              <a:ext uri="{FF2B5EF4-FFF2-40B4-BE49-F238E27FC236}">
                <a16:creationId xmlns:a16="http://schemas.microsoft.com/office/drawing/2014/main" id="{37DE0BB0-A5C2-DD6F-72C7-567A2B421BE8}"/>
              </a:ext>
            </a:extLst>
          </p:cNvPr>
          <p:cNvPicPr/>
          <p:nvPr userDrawn="1"/>
        </p:nvPicPr>
        <p:blipFill>
          <a:blip r:embed="rId11" cstate="print"/>
          <a:stretch>
            <a:fillRect/>
          </a:stretch>
        </p:blipFill>
        <p:spPr>
          <a:xfrm>
            <a:off x="2536996" y="5859372"/>
            <a:ext cx="225111" cy="197121"/>
          </a:xfrm>
          <a:prstGeom prst="rect">
            <a:avLst/>
          </a:prstGeom>
        </p:spPr>
      </p:pic>
      <p:pic>
        <p:nvPicPr>
          <p:cNvPr id="61" name="bg object 26">
            <a:extLst>
              <a:ext uri="{FF2B5EF4-FFF2-40B4-BE49-F238E27FC236}">
                <a16:creationId xmlns:a16="http://schemas.microsoft.com/office/drawing/2014/main" id="{8907E2CE-247D-7A3F-15F7-657AF99E5BE7}"/>
              </a:ext>
            </a:extLst>
          </p:cNvPr>
          <p:cNvPicPr/>
          <p:nvPr userDrawn="1"/>
        </p:nvPicPr>
        <p:blipFill>
          <a:blip r:embed="rId12" cstate="print"/>
          <a:stretch>
            <a:fillRect/>
          </a:stretch>
        </p:blipFill>
        <p:spPr>
          <a:xfrm>
            <a:off x="1244775" y="6149046"/>
            <a:ext cx="174294" cy="212090"/>
          </a:xfrm>
          <a:prstGeom prst="rect">
            <a:avLst/>
          </a:prstGeom>
        </p:spPr>
      </p:pic>
      <p:pic>
        <p:nvPicPr>
          <p:cNvPr id="63" name="bg object 27">
            <a:extLst>
              <a:ext uri="{FF2B5EF4-FFF2-40B4-BE49-F238E27FC236}">
                <a16:creationId xmlns:a16="http://schemas.microsoft.com/office/drawing/2014/main" id="{EA23E5B2-9ECF-4581-A847-BC019468FF52}"/>
              </a:ext>
            </a:extLst>
          </p:cNvPr>
          <p:cNvPicPr/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1441408" y="6207464"/>
            <a:ext cx="262180" cy="153918"/>
          </a:xfrm>
          <a:prstGeom prst="rect">
            <a:avLst/>
          </a:prstGeom>
        </p:spPr>
      </p:pic>
      <p:pic>
        <p:nvPicPr>
          <p:cNvPr id="65" name="bg object 28">
            <a:extLst>
              <a:ext uri="{FF2B5EF4-FFF2-40B4-BE49-F238E27FC236}">
                <a16:creationId xmlns:a16="http://schemas.microsoft.com/office/drawing/2014/main" id="{71780DBA-A98B-4245-BB2A-C75F6B280427}"/>
              </a:ext>
            </a:extLst>
          </p:cNvPr>
          <p:cNvPicPr/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1730344" y="6206972"/>
            <a:ext cx="94754" cy="151714"/>
          </a:xfrm>
          <a:prstGeom prst="rect">
            <a:avLst/>
          </a:prstGeom>
        </p:spPr>
      </p:pic>
      <p:pic>
        <p:nvPicPr>
          <p:cNvPr id="67" name="bg object 29">
            <a:extLst>
              <a:ext uri="{FF2B5EF4-FFF2-40B4-BE49-F238E27FC236}">
                <a16:creationId xmlns:a16="http://schemas.microsoft.com/office/drawing/2014/main" id="{D8171A7A-5263-FCE7-1ABB-79CF8E8D7E09}"/>
              </a:ext>
            </a:extLst>
          </p:cNvPr>
          <p:cNvPicPr/>
          <p:nvPr userDrawn="1"/>
        </p:nvPicPr>
        <p:blipFill>
          <a:blip r:embed="rId15" cstate="print"/>
          <a:stretch>
            <a:fillRect/>
          </a:stretch>
        </p:blipFill>
        <p:spPr>
          <a:xfrm>
            <a:off x="1888675" y="6146831"/>
            <a:ext cx="185585" cy="214312"/>
          </a:xfrm>
          <a:prstGeom prst="rect">
            <a:avLst/>
          </a:prstGeom>
        </p:spPr>
      </p:pic>
      <p:pic>
        <p:nvPicPr>
          <p:cNvPr id="69" name="bg object 30">
            <a:extLst>
              <a:ext uri="{FF2B5EF4-FFF2-40B4-BE49-F238E27FC236}">
                <a16:creationId xmlns:a16="http://schemas.microsoft.com/office/drawing/2014/main" id="{F6894493-9A1A-F155-E20E-3E020CFBC793}"/>
              </a:ext>
            </a:extLst>
          </p:cNvPr>
          <p:cNvPicPr/>
          <p:nvPr userDrawn="1"/>
        </p:nvPicPr>
        <p:blipFill>
          <a:blip r:embed="rId16" cstate="print"/>
          <a:stretch>
            <a:fillRect/>
          </a:stretch>
        </p:blipFill>
        <p:spPr>
          <a:xfrm>
            <a:off x="2105687" y="6206972"/>
            <a:ext cx="252354" cy="153925"/>
          </a:xfrm>
          <a:prstGeom prst="rect">
            <a:avLst/>
          </a:prstGeom>
        </p:spPr>
      </p:pic>
      <p:pic>
        <p:nvPicPr>
          <p:cNvPr id="71" name="bg object 31">
            <a:extLst>
              <a:ext uri="{FF2B5EF4-FFF2-40B4-BE49-F238E27FC236}">
                <a16:creationId xmlns:a16="http://schemas.microsoft.com/office/drawing/2014/main" id="{2C42766F-4750-1D46-0FE3-44D14F31D9AC}"/>
              </a:ext>
            </a:extLst>
          </p:cNvPr>
          <p:cNvPicPr/>
          <p:nvPr userDrawn="1"/>
        </p:nvPicPr>
        <p:blipFill>
          <a:blip r:embed="rId7" cstate="print"/>
          <a:stretch>
            <a:fillRect/>
          </a:stretch>
        </p:blipFill>
        <p:spPr>
          <a:xfrm>
            <a:off x="2380879" y="6209924"/>
            <a:ext cx="129362" cy="151218"/>
          </a:xfrm>
          <a:prstGeom prst="rect">
            <a:avLst/>
          </a:prstGeom>
        </p:spPr>
      </p:pic>
      <p:pic>
        <p:nvPicPr>
          <p:cNvPr id="73" name="bg object 32">
            <a:extLst>
              <a:ext uri="{FF2B5EF4-FFF2-40B4-BE49-F238E27FC236}">
                <a16:creationId xmlns:a16="http://schemas.microsoft.com/office/drawing/2014/main" id="{E72C68B3-FCB2-8FD0-20B8-844B7C3F0F27}"/>
              </a:ext>
            </a:extLst>
          </p:cNvPr>
          <p:cNvPicPr/>
          <p:nvPr userDrawn="1"/>
        </p:nvPicPr>
        <p:blipFill>
          <a:blip r:embed="rId17" cstate="print"/>
          <a:stretch>
            <a:fillRect/>
          </a:stretch>
        </p:blipFill>
        <p:spPr>
          <a:xfrm>
            <a:off x="2545341" y="6207222"/>
            <a:ext cx="136740" cy="200075"/>
          </a:xfrm>
          <a:prstGeom prst="rect">
            <a:avLst/>
          </a:prstGeom>
        </p:spPr>
      </p:pic>
      <p:sp>
        <p:nvSpPr>
          <p:cNvPr id="75" name="bg object 36">
            <a:extLst>
              <a:ext uri="{FF2B5EF4-FFF2-40B4-BE49-F238E27FC236}">
                <a16:creationId xmlns:a16="http://schemas.microsoft.com/office/drawing/2014/main" id="{0A92B9E0-194D-88F4-FF59-B4ED6F9832E7}"/>
              </a:ext>
            </a:extLst>
          </p:cNvPr>
          <p:cNvSpPr/>
          <p:nvPr userDrawn="1"/>
        </p:nvSpPr>
        <p:spPr>
          <a:xfrm>
            <a:off x="9596551" y="5905741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208940" y="0"/>
                </a:moveTo>
                <a:lnTo>
                  <a:pt x="0" y="0"/>
                </a:lnTo>
                <a:lnTo>
                  <a:pt x="0" y="208940"/>
                </a:lnTo>
                <a:lnTo>
                  <a:pt x="208940" y="208940"/>
                </a:lnTo>
                <a:lnTo>
                  <a:pt x="208940" y="0"/>
                </a:lnTo>
                <a:close/>
              </a:path>
            </a:pathLst>
          </a:custGeom>
          <a:solidFill>
            <a:srgbClr val="F24F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bg object 37">
            <a:extLst>
              <a:ext uri="{FF2B5EF4-FFF2-40B4-BE49-F238E27FC236}">
                <a16:creationId xmlns:a16="http://schemas.microsoft.com/office/drawing/2014/main" id="{843D3580-BD4F-15EF-8202-175520157745}"/>
              </a:ext>
            </a:extLst>
          </p:cNvPr>
          <p:cNvSpPr/>
          <p:nvPr userDrawn="1"/>
        </p:nvSpPr>
        <p:spPr>
          <a:xfrm>
            <a:off x="9826866" y="5905741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208940" y="0"/>
                </a:moveTo>
                <a:lnTo>
                  <a:pt x="0" y="0"/>
                </a:lnTo>
                <a:lnTo>
                  <a:pt x="0" y="208940"/>
                </a:lnTo>
                <a:lnTo>
                  <a:pt x="208940" y="208940"/>
                </a:lnTo>
                <a:lnTo>
                  <a:pt x="208940" y="0"/>
                </a:lnTo>
                <a:close/>
              </a:path>
            </a:pathLst>
          </a:custGeom>
          <a:solidFill>
            <a:srgbClr val="7FBA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bg object 38">
            <a:extLst>
              <a:ext uri="{FF2B5EF4-FFF2-40B4-BE49-F238E27FC236}">
                <a16:creationId xmlns:a16="http://schemas.microsoft.com/office/drawing/2014/main" id="{D6F54F32-A1FB-3014-6E63-CC13D82AF309}"/>
              </a:ext>
            </a:extLst>
          </p:cNvPr>
          <p:cNvSpPr/>
          <p:nvPr userDrawn="1"/>
        </p:nvSpPr>
        <p:spPr>
          <a:xfrm>
            <a:off x="10167036" y="5974384"/>
            <a:ext cx="1486535" cy="287655"/>
          </a:xfrm>
          <a:custGeom>
            <a:avLst/>
            <a:gdLst/>
            <a:ahLst/>
            <a:cxnLst/>
            <a:rect l="l" t="t" r="r" b="b"/>
            <a:pathLst>
              <a:path w="1486534" h="287654">
                <a:moveTo>
                  <a:pt x="285242" y="19253"/>
                </a:moveTo>
                <a:lnTo>
                  <a:pt x="221919" y="19253"/>
                </a:lnTo>
                <a:lnTo>
                  <a:pt x="142824" y="213804"/>
                </a:lnTo>
                <a:lnTo>
                  <a:pt x="138836" y="204165"/>
                </a:lnTo>
                <a:lnTo>
                  <a:pt x="65722" y="19050"/>
                </a:lnTo>
                <a:lnTo>
                  <a:pt x="0" y="19050"/>
                </a:lnTo>
                <a:lnTo>
                  <a:pt x="203" y="19646"/>
                </a:lnTo>
                <a:lnTo>
                  <a:pt x="203" y="283121"/>
                </a:lnTo>
                <a:lnTo>
                  <a:pt x="43141" y="283121"/>
                </a:lnTo>
                <a:lnTo>
                  <a:pt x="43091" y="101053"/>
                </a:lnTo>
                <a:lnTo>
                  <a:pt x="43345" y="79768"/>
                </a:lnTo>
                <a:lnTo>
                  <a:pt x="45542" y="83769"/>
                </a:lnTo>
                <a:lnTo>
                  <a:pt x="125844" y="282917"/>
                </a:lnTo>
                <a:lnTo>
                  <a:pt x="158407" y="282727"/>
                </a:lnTo>
                <a:lnTo>
                  <a:pt x="177977" y="232905"/>
                </a:lnTo>
                <a:lnTo>
                  <a:pt x="237109" y="83769"/>
                </a:lnTo>
                <a:lnTo>
                  <a:pt x="239509" y="79578"/>
                </a:lnTo>
                <a:lnTo>
                  <a:pt x="239699" y="82575"/>
                </a:lnTo>
                <a:lnTo>
                  <a:pt x="239699" y="282727"/>
                </a:lnTo>
                <a:lnTo>
                  <a:pt x="285242" y="282727"/>
                </a:lnTo>
                <a:lnTo>
                  <a:pt x="285242" y="19253"/>
                </a:lnTo>
                <a:close/>
              </a:path>
              <a:path w="1486534" h="287654">
                <a:moveTo>
                  <a:pt x="377317" y="36410"/>
                </a:moveTo>
                <a:lnTo>
                  <a:pt x="353110" y="13258"/>
                </a:lnTo>
                <a:lnTo>
                  <a:pt x="346176" y="13462"/>
                </a:lnTo>
                <a:lnTo>
                  <a:pt x="337210" y="16256"/>
                </a:lnTo>
                <a:lnTo>
                  <a:pt x="329819" y="21983"/>
                </a:lnTo>
                <a:lnTo>
                  <a:pt x="324853" y="29845"/>
                </a:lnTo>
                <a:lnTo>
                  <a:pt x="323202" y="39027"/>
                </a:lnTo>
                <a:lnTo>
                  <a:pt x="324561" y="47790"/>
                </a:lnTo>
                <a:lnTo>
                  <a:pt x="329044" y="55359"/>
                </a:lnTo>
                <a:lnTo>
                  <a:pt x="335838" y="61048"/>
                </a:lnTo>
                <a:lnTo>
                  <a:pt x="344182" y="64198"/>
                </a:lnTo>
                <a:lnTo>
                  <a:pt x="352869" y="64706"/>
                </a:lnTo>
                <a:lnTo>
                  <a:pt x="361353" y="62699"/>
                </a:lnTo>
                <a:lnTo>
                  <a:pt x="368782" y="58305"/>
                </a:lnTo>
                <a:lnTo>
                  <a:pt x="374345" y="51612"/>
                </a:lnTo>
                <a:lnTo>
                  <a:pt x="377012" y="44246"/>
                </a:lnTo>
                <a:lnTo>
                  <a:pt x="377317" y="36410"/>
                </a:lnTo>
                <a:close/>
              </a:path>
              <a:path w="1486534" h="287654">
                <a:moveTo>
                  <a:pt x="1486166" y="93764"/>
                </a:moveTo>
                <a:lnTo>
                  <a:pt x="1441424" y="93764"/>
                </a:lnTo>
                <a:lnTo>
                  <a:pt x="1441424" y="37236"/>
                </a:lnTo>
                <a:lnTo>
                  <a:pt x="1396669" y="50825"/>
                </a:lnTo>
                <a:lnTo>
                  <a:pt x="1396669" y="93764"/>
                </a:lnTo>
                <a:lnTo>
                  <a:pt x="1330553" y="93764"/>
                </a:lnTo>
                <a:lnTo>
                  <a:pt x="1330426" y="76885"/>
                </a:lnTo>
                <a:lnTo>
                  <a:pt x="1330579" y="68427"/>
                </a:lnTo>
                <a:lnTo>
                  <a:pt x="1354721" y="36715"/>
                </a:lnTo>
                <a:lnTo>
                  <a:pt x="1363243" y="36880"/>
                </a:lnTo>
                <a:lnTo>
                  <a:pt x="1371638" y="38773"/>
                </a:lnTo>
                <a:lnTo>
                  <a:pt x="1379689" y="41833"/>
                </a:lnTo>
                <a:lnTo>
                  <a:pt x="1379689" y="3086"/>
                </a:lnTo>
                <a:lnTo>
                  <a:pt x="1362900" y="0"/>
                </a:lnTo>
                <a:lnTo>
                  <a:pt x="1345755" y="12"/>
                </a:lnTo>
                <a:lnTo>
                  <a:pt x="1329093" y="3492"/>
                </a:lnTo>
                <a:lnTo>
                  <a:pt x="1313776" y="10871"/>
                </a:lnTo>
                <a:lnTo>
                  <a:pt x="1313980" y="11468"/>
                </a:lnTo>
                <a:lnTo>
                  <a:pt x="1305229" y="18275"/>
                </a:lnTo>
                <a:lnTo>
                  <a:pt x="1286002" y="58077"/>
                </a:lnTo>
                <a:lnTo>
                  <a:pt x="1285214" y="94373"/>
                </a:lnTo>
                <a:lnTo>
                  <a:pt x="1253845" y="94373"/>
                </a:lnTo>
                <a:lnTo>
                  <a:pt x="1253845" y="130517"/>
                </a:lnTo>
                <a:lnTo>
                  <a:pt x="1285214" y="130517"/>
                </a:lnTo>
                <a:lnTo>
                  <a:pt x="1285214" y="282930"/>
                </a:lnTo>
                <a:lnTo>
                  <a:pt x="1330350" y="282930"/>
                </a:lnTo>
                <a:lnTo>
                  <a:pt x="1330350" y="130517"/>
                </a:lnTo>
                <a:lnTo>
                  <a:pt x="1396479" y="130517"/>
                </a:lnTo>
                <a:lnTo>
                  <a:pt x="1396479" y="227596"/>
                </a:lnTo>
                <a:lnTo>
                  <a:pt x="1397139" y="239052"/>
                </a:lnTo>
                <a:lnTo>
                  <a:pt x="1416583" y="277634"/>
                </a:lnTo>
                <a:lnTo>
                  <a:pt x="1455343" y="287337"/>
                </a:lnTo>
                <a:lnTo>
                  <a:pt x="1465859" y="286397"/>
                </a:lnTo>
                <a:lnTo>
                  <a:pt x="1476184" y="284226"/>
                </a:lnTo>
                <a:lnTo>
                  <a:pt x="1486166" y="280733"/>
                </a:lnTo>
                <a:lnTo>
                  <a:pt x="1486166" y="243586"/>
                </a:lnTo>
                <a:lnTo>
                  <a:pt x="1478089" y="247700"/>
                </a:lnTo>
                <a:lnTo>
                  <a:pt x="1469275" y="249897"/>
                </a:lnTo>
                <a:lnTo>
                  <a:pt x="1441335" y="219964"/>
                </a:lnTo>
                <a:lnTo>
                  <a:pt x="1441170" y="211150"/>
                </a:lnTo>
                <a:lnTo>
                  <a:pt x="1441221" y="130327"/>
                </a:lnTo>
                <a:lnTo>
                  <a:pt x="1474927" y="130263"/>
                </a:lnTo>
                <a:lnTo>
                  <a:pt x="1486166" y="130517"/>
                </a:lnTo>
                <a:lnTo>
                  <a:pt x="1486166" y="9376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1" name="bg object 39">
            <a:extLst>
              <a:ext uri="{FF2B5EF4-FFF2-40B4-BE49-F238E27FC236}">
                <a16:creationId xmlns:a16="http://schemas.microsoft.com/office/drawing/2014/main" id="{3C777FD9-C801-1057-EE32-52E839BF9491}"/>
              </a:ext>
            </a:extLst>
          </p:cNvPr>
          <p:cNvPicPr/>
          <p:nvPr userDrawn="1"/>
        </p:nvPicPr>
        <p:blipFill>
          <a:blip r:embed="rId18" cstate="print"/>
          <a:stretch>
            <a:fillRect/>
          </a:stretch>
        </p:blipFill>
        <p:spPr>
          <a:xfrm>
            <a:off x="10569737" y="6063396"/>
            <a:ext cx="148018" cy="197904"/>
          </a:xfrm>
          <a:prstGeom prst="rect">
            <a:avLst/>
          </a:prstGeom>
        </p:spPr>
      </p:pic>
      <p:pic>
        <p:nvPicPr>
          <p:cNvPr id="83" name="bg object 40">
            <a:extLst>
              <a:ext uri="{FF2B5EF4-FFF2-40B4-BE49-F238E27FC236}">
                <a16:creationId xmlns:a16="http://schemas.microsoft.com/office/drawing/2014/main" id="{29BDFBCF-9EA2-FFF5-ADD3-D31734EF12F9}"/>
              </a:ext>
            </a:extLst>
          </p:cNvPr>
          <p:cNvPicPr/>
          <p:nvPr userDrawn="1"/>
        </p:nvPicPr>
        <p:blipFill>
          <a:blip r:embed="rId19" cstate="print"/>
          <a:stretch>
            <a:fillRect/>
          </a:stretch>
        </p:blipFill>
        <p:spPr>
          <a:xfrm>
            <a:off x="11077906" y="6063592"/>
            <a:ext cx="125504" cy="198112"/>
          </a:xfrm>
          <a:prstGeom prst="rect">
            <a:avLst/>
          </a:prstGeom>
        </p:spPr>
      </p:pic>
      <p:sp>
        <p:nvSpPr>
          <p:cNvPr id="85" name="bg object 41">
            <a:extLst>
              <a:ext uri="{FF2B5EF4-FFF2-40B4-BE49-F238E27FC236}">
                <a16:creationId xmlns:a16="http://schemas.microsoft.com/office/drawing/2014/main" id="{13EF6591-FBF1-C4DB-9149-09A468C832CD}"/>
              </a:ext>
            </a:extLst>
          </p:cNvPr>
          <p:cNvSpPr/>
          <p:nvPr userDrawn="1"/>
        </p:nvSpPr>
        <p:spPr>
          <a:xfrm>
            <a:off x="10494429" y="6063462"/>
            <a:ext cx="563245" cy="198120"/>
          </a:xfrm>
          <a:custGeom>
            <a:avLst/>
            <a:gdLst/>
            <a:ahLst/>
            <a:cxnLst/>
            <a:rect l="l" t="t" r="r" b="b"/>
            <a:pathLst>
              <a:path w="563245" h="198120">
                <a:moveTo>
                  <a:pt x="44945" y="4686"/>
                </a:moveTo>
                <a:lnTo>
                  <a:pt x="0" y="4686"/>
                </a:lnTo>
                <a:lnTo>
                  <a:pt x="0" y="193446"/>
                </a:lnTo>
                <a:lnTo>
                  <a:pt x="44945" y="193446"/>
                </a:lnTo>
                <a:lnTo>
                  <a:pt x="44945" y="4686"/>
                </a:lnTo>
                <a:close/>
              </a:path>
              <a:path w="563245" h="198120">
                <a:moveTo>
                  <a:pt x="366141" y="4089"/>
                </a:moveTo>
                <a:lnTo>
                  <a:pt x="355600" y="1638"/>
                </a:lnTo>
                <a:lnTo>
                  <a:pt x="344716" y="1308"/>
                </a:lnTo>
                <a:lnTo>
                  <a:pt x="334060" y="3263"/>
                </a:lnTo>
                <a:lnTo>
                  <a:pt x="324192" y="7683"/>
                </a:lnTo>
                <a:lnTo>
                  <a:pt x="324396" y="7480"/>
                </a:lnTo>
                <a:lnTo>
                  <a:pt x="316611" y="13144"/>
                </a:lnTo>
                <a:lnTo>
                  <a:pt x="310235" y="20243"/>
                </a:lnTo>
                <a:lnTo>
                  <a:pt x="305092" y="28359"/>
                </a:lnTo>
                <a:lnTo>
                  <a:pt x="301015" y="37045"/>
                </a:lnTo>
                <a:lnTo>
                  <a:pt x="301015" y="4686"/>
                </a:lnTo>
                <a:lnTo>
                  <a:pt x="256476" y="4686"/>
                </a:lnTo>
                <a:lnTo>
                  <a:pt x="256476" y="193459"/>
                </a:lnTo>
                <a:lnTo>
                  <a:pt x="301015" y="193459"/>
                </a:lnTo>
                <a:lnTo>
                  <a:pt x="301040" y="93345"/>
                </a:lnTo>
                <a:lnTo>
                  <a:pt x="301904" y="83515"/>
                </a:lnTo>
                <a:lnTo>
                  <a:pt x="326529" y="44577"/>
                </a:lnTo>
                <a:lnTo>
                  <a:pt x="343560" y="41922"/>
                </a:lnTo>
                <a:lnTo>
                  <a:pt x="351459" y="43091"/>
                </a:lnTo>
                <a:lnTo>
                  <a:pt x="359067" y="45529"/>
                </a:lnTo>
                <a:lnTo>
                  <a:pt x="366141" y="49237"/>
                </a:lnTo>
                <a:lnTo>
                  <a:pt x="366141" y="4089"/>
                </a:lnTo>
                <a:close/>
              </a:path>
              <a:path w="563245" h="198120">
                <a:moveTo>
                  <a:pt x="562864" y="93154"/>
                </a:moveTo>
                <a:lnTo>
                  <a:pt x="561708" y="78486"/>
                </a:lnTo>
                <a:lnTo>
                  <a:pt x="561670" y="77990"/>
                </a:lnTo>
                <a:lnTo>
                  <a:pt x="558660" y="63131"/>
                </a:lnTo>
                <a:lnTo>
                  <a:pt x="537400" y="25336"/>
                </a:lnTo>
                <a:lnTo>
                  <a:pt x="516394" y="10287"/>
                </a:lnTo>
                <a:lnTo>
                  <a:pt x="516394" y="100939"/>
                </a:lnTo>
                <a:lnTo>
                  <a:pt x="515683" y="112382"/>
                </a:lnTo>
                <a:lnTo>
                  <a:pt x="515658" y="112699"/>
                </a:lnTo>
                <a:lnTo>
                  <a:pt x="513575" y="124244"/>
                </a:lnTo>
                <a:lnTo>
                  <a:pt x="509765" y="135318"/>
                </a:lnTo>
                <a:lnTo>
                  <a:pt x="509765" y="135521"/>
                </a:lnTo>
                <a:lnTo>
                  <a:pt x="478650" y="159842"/>
                </a:lnTo>
                <a:lnTo>
                  <a:pt x="469366" y="160934"/>
                </a:lnTo>
                <a:lnTo>
                  <a:pt x="460006" y="160604"/>
                </a:lnTo>
                <a:lnTo>
                  <a:pt x="422478" y="135521"/>
                </a:lnTo>
                <a:lnTo>
                  <a:pt x="415061" y="100266"/>
                </a:lnTo>
                <a:lnTo>
                  <a:pt x="415429" y="93154"/>
                </a:lnTo>
                <a:lnTo>
                  <a:pt x="415556" y="90779"/>
                </a:lnTo>
                <a:lnTo>
                  <a:pt x="415632" y="89179"/>
                </a:lnTo>
                <a:lnTo>
                  <a:pt x="415683" y="88176"/>
                </a:lnTo>
                <a:lnTo>
                  <a:pt x="417245" y="78486"/>
                </a:lnTo>
                <a:lnTo>
                  <a:pt x="417334" y="77990"/>
                </a:lnTo>
                <a:lnTo>
                  <a:pt x="417449" y="77279"/>
                </a:lnTo>
                <a:lnTo>
                  <a:pt x="439559" y="43954"/>
                </a:lnTo>
                <a:lnTo>
                  <a:pt x="462826" y="37045"/>
                </a:lnTo>
                <a:lnTo>
                  <a:pt x="473075" y="37338"/>
                </a:lnTo>
                <a:lnTo>
                  <a:pt x="507225" y="58280"/>
                </a:lnTo>
                <a:lnTo>
                  <a:pt x="516382" y="100266"/>
                </a:lnTo>
                <a:lnTo>
                  <a:pt x="516394" y="100939"/>
                </a:lnTo>
                <a:lnTo>
                  <a:pt x="516394" y="10287"/>
                </a:lnTo>
                <a:lnTo>
                  <a:pt x="513956" y="8877"/>
                </a:lnTo>
                <a:lnTo>
                  <a:pt x="498398" y="3429"/>
                </a:lnTo>
                <a:lnTo>
                  <a:pt x="482206" y="596"/>
                </a:lnTo>
                <a:lnTo>
                  <a:pt x="465709" y="0"/>
                </a:lnTo>
                <a:lnTo>
                  <a:pt x="449237" y="1282"/>
                </a:lnTo>
                <a:lnTo>
                  <a:pt x="402043" y="20815"/>
                </a:lnTo>
                <a:lnTo>
                  <a:pt x="375031" y="60185"/>
                </a:lnTo>
                <a:lnTo>
                  <a:pt x="369049" y="100266"/>
                </a:lnTo>
                <a:lnTo>
                  <a:pt x="368947" y="109220"/>
                </a:lnTo>
                <a:lnTo>
                  <a:pt x="385724" y="161290"/>
                </a:lnTo>
                <a:lnTo>
                  <a:pt x="422656" y="190563"/>
                </a:lnTo>
                <a:lnTo>
                  <a:pt x="464324" y="197942"/>
                </a:lnTo>
                <a:lnTo>
                  <a:pt x="477634" y="197269"/>
                </a:lnTo>
                <a:lnTo>
                  <a:pt x="519684" y="183921"/>
                </a:lnTo>
                <a:lnTo>
                  <a:pt x="550837" y="150876"/>
                </a:lnTo>
                <a:lnTo>
                  <a:pt x="562381" y="109220"/>
                </a:lnTo>
                <a:lnTo>
                  <a:pt x="562495" y="108356"/>
                </a:lnTo>
                <a:lnTo>
                  <a:pt x="562864" y="931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7" name="bg object 42">
            <a:extLst>
              <a:ext uri="{FF2B5EF4-FFF2-40B4-BE49-F238E27FC236}">
                <a16:creationId xmlns:a16="http://schemas.microsoft.com/office/drawing/2014/main" id="{3381A854-C8E0-9121-9F72-842F4906950D}"/>
              </a:ext>
            </a:extLst>
          </p:cNvPr>
          <p:cNvPicPr/>
          <p:nvPr userDrawn="1"/>
        </p:nvPicPr>
        <p:blipFill>
          <a:blip r:embed="rId20" cstate="print"/>
          <a:stretch>
            <a:fillRect/>
          </a:stretch>
        </p:blipFill>
        <p:spPr>
          <a:xfrm>
            <a:off x="11223011" y="6063340"/>
            <a:ext cx="194085" cy="197680"/>
          </a:xfrm>
          <a:prstGeom prst="rect">
            <a:avLst/>
          </a:prstGeom>
        </p:spPr>
      </p:pic>
      <p:sp>
        <p:nvSpPr>
          <p:cNvPr id="89" name="bg object 43">
            <a:extLst>
              <a:ext uri="{FF2B5EF4-FFF2-40B4-BE49-F238E27FC236}">
                <a16:creationId xmlns:a16="http://schemas.microsoft.com/office/drawing/2014/main" id="{5F42E6DF-02E0-5AD5-BFA0-F2D9422D78D7}"/>
              </a:ext>
            </a:extLst>
          </p:cNvPr>
          <p:cNvSpPr/>
          <p:nvPr userDrawn="1"/>
        </p:nvSpPr>
        <p:spPr>
          <a:xfrm>
            <a:off x="9596551" y="6135852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208940" y="0"/>
                </a:moveTo>
                <a:lnTo>
                  <a:pt x="0" y="0"/>
                </a:lnTo>
                <a:lnTo>
                  <a:pt x="0" y="208940"/>
                </a:lnTo>
                <a:lnTo>
                  <a:pt x="208940" y="208940"/>
                </a:lnTo>
                <a:lnTo>
                  <a:pt x="208940" y="0"/>
                </a:lnTo>
                <a:close/>
              </a:path>
            </a:pathLst>
          </a:custGeom>
          <a:solidFill>
            <a:srgbClr val="03A3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bg object 44">
            <a:extLst>
              <a:ext uri="{FF2B5EF4-FFF2-40B4-BE49-F238E27FC236}">
                <a16:creationId xmlns:a16="http://schemas.microsoft.com/office/drawing/2014/main" id="{27167639-FE0B-18E9-3642-A328D8FA21A2}"/>
              </a:ext>
            </a:extLst>
          </p:cNvPr>
          <p:cNvSpPr/>
          <p:nvPr userDrawn="1"/>
        </p:nvSpPr>
        <p:spPr>
          <a:xfrm>
            <a:off x="9826866" y="6136055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208940" y="0"/>
                </a:moveTo>
                <a:lnTo>
                  <a:pt x="0" y="0"/>
                </a:lnTo>
                <a:lnTo>
                  <a:pt x="0" y="208940"/>
                </a:lnTo>
                <a:lnTo>
                  <a:pt x="208940" y="208940"/>
                </a:lnTo>
                <a:lnTo>
                  <a:pt x="208940" y="0"/>
                </a:lnTo>
                <a:close/>
              </a:path>
            </a:pathLst>
          </a:custGeom>
          <a:solidFill>
            <a:srgbClr val="FFBA0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0" i="0">
                <a:solidFill>
                  <a:srgbClr val="1BDBB0"/>
                </a:solidFill>
                <a:latin typeface="Krona One"/>
                <a:cs typeface="Krona On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00" b="0" i="0">
                <a:solidFill>
                  <a:srgbClr val="008BEF"/>
                </a:solidFill>
                <a:latin typeface="Krona One"/>
                <a:cs typeface="Krona On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478348"/>
            <a:ext cx="12193193" cy="1379651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89348" y="5478348"/>
            <a:ext cx="4895253" cy="1379651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540005" y="5823783"/>
            <a:ext cx="612775" cy="588010"/>
          </a:xfrm>
          <a:custGeom>
            <a:avLst/>
            <a:gdLst/>
            <a:ahLst/>
            <a:cxnLst/>
            <a:rect l="l" t="t" r="r" b="b"/>
            <a:pathLst>
              <a:path w="612775" h="588010">
                <a:moveTo>
                  <a:pt x="306108" y="0"/>
                </a:moveTo>
                <a:lnTo>
                  <a:pt x="256436" y="3846"/>
                </a:lnTo>
                <a:lnTo>
                  <a:pt x="209323" y="14981"/>
                </a:lnTo>
                <a:lnTo>
                  <a:pt x="165398" y="32800"/>
                </a:lnTo>
                <a:lnTo>
                  <a:pt x="125290" y="56698"/>
                </a:lnTo>
                <a:lnTo>
                  <a:pt x="89627" y="86069"/>
                </a:lnTo>
                <a:lnTo>
                  <a:pt x="59038" y="120308"/>
                </a:lnTo>
                <a:lnTo>
                  <a:pt x="34152" y="158810"/>
                </a:lnTo>
                <a:lnTo>
                  <a:pt x="15597" y="200969"/>
                </a:lnTo>
                <a:lnTo>
                  <a:pt x="4004" y="246181"/>
                </a:lnTo>
                <a:lnTo>
                  <a:pt x="0" y="293839"/>
                </a:lnTo>
                <a:lnTo>
                  <a:pt x="4004" y="341498"/>
                </a:lnTo>
                <a:lnTo>
                  <a:pt x="15597" y="386710"/>
                </a:lnTo>
                <a:lnTo>
                  <a:pt x="34152" y="428869"/>
                </a:lnTo>
                <a:lnTo>
                  <a:pt x="59038" y="467371"/>
                </a:lnTo>
                <a:lnTo>
                  <a:pt x="89627" y="501610"/>
                </a:lnTo>
                <a:lnTo>
                  <a:pt x="125290" y="530981"/>
                </a:lnTo>
                <a:lnTo>
                  <a:pt x="165398" y="554879"/>
                </a:lnTo>
                <a:lnTo>
                  <a:pt x="209323" y="572698"/>
                </a:lnTo>
                <a:lnTo>
                  <a:pt x="256436" y="583833"/>
                </a:lnTo>
                <a:lnTo>
                  <a:pt x="306108" y="587679"/>
                </a:lnTo>
                <a:lnTo>
                  <a:pt x="355780" y="583833"/>
                </a:lnTo>
                <a:lnTo>
                  <a:pt x="402893" y="572698"/>
                </a:lnTo>
                <a:lnTo>
                  <a:pt x="446820" y="554879"/>
                </a:lnTo>
                <a:lnTo>
                  <a:pt x="486930" y="530981"/>
                </a:lnTo>
                <a:lnTo>
                  <a:pt x="522595" y="501610"/>
                </a:lnTo>
                <a:lnTo>
                  <a:pt x="553186" y="467371"/>
                </a:lnTo>
                <a:lnTo>
                  <a:pt x="578074" y="428869"/>
                </a:lnTo>
                <a:lnTo>
                  <a:pt x="596629" y="386710"/>
                </a:lnTo>
                <a:lnTo>
                  <a:pt x="608224" y="341498"/>
                </a:lnTo>
                <a:lnTo>
                  <a:pt x="612228" y="293839"/>
                </a:lnTo>
                <a:lnTo>
                  <a:pt x="608224" y="246181"/>
                </a:lnTo>
                <a:lnTo>
                  <a:pt x="596629" y="200969"/>
                </a:lnTo>
                <a:lnTo>
                  <a:pt x="578074" y="158810"/>
                </a:lnTo>
                <a:lnTo>
                  <a:pt x="553186" y="120308"/>
                </a:lnTo>
                <a:lnTo>
                  <a:pt x="522595" y="86069"/>
                </a:lnTo>
                <a:lnTo>
                  <a:pt x="486930" y="56698"/>
                </a:lnTo>
                <a:lnTo>
                  <a:pt x="446820" y="32800"/>
                </a:lnTo>
                <a:lnTo>
                  <a:pt x="402893" y="14981"/>
                </a:lnTo>
                <a:lnTo>
                  <a:pt x="355780" y="3846"/>
                </a:lnTo>
                <a:lnTo>
                  <a:pt x="306108" y="0"/>
                </a:lnTo>
                <a:close/>
              </a:path>
            </a:pathLst>
          </a:custGeom>
          <a:solidFill>
            <a:srgbClr val="008C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682855" y="5899144"/>
            <a:ext cx="328295" cy="436880"/>
          </a:xfrm>
          <a:custGeom>
            <a:avLst/>
            <a:gdLst/>
            <a:ahLst/>
            <a:cxnLst/>
            <a:rect l="l" t="t" r="r" b="b"/>
            <a:pathLst>
              <a:path w="328294" h="436879">
                <a:moveTo>
                  <a:pt x="49604" y="348094"/>
                </a:moveTo>
                <a:lnTo>
                  <a:pt x="18667" y="400875"/>
                </a:lnTo>
                <a:lnTo>
                  <a:pt x="87774" y="427629"/>
                </a:lnTo>
                <a:lnTo>
                  <a:pt x="161300" y="436714"/>
                </a:lnTo>
                <a:lnTo>
                  <a:pt x="167930" y="436714"/>
                </a:lnTo>
                <a:lnTo>
                  <a:pt x="218976" y="428073"/>
                </a:lnTo>
                <a:lnTo>
                  <a:pt x="263132" y="405363"/>
                </a:lnTo>
                <a:lnTo>
                  <a:pt x="292801" y="376072"/>
                </a:lnTo>
                <a:lnTo>
                  <a:pt x="164488" y="376072"/>
                </a:lnTo>
                <a:lnTo>
                  <a:pt x="134625" y="374669"/>
                </a:lnTo>
                <a:lnTo>
                  <a:pt x="105293" y="369446"/>
                </a:lnTo>
                <a:lnTo>
                  <a:pt x="76838" y="360541"/>
                </a:lnTo>
                <a:lnTo>
                  <a:pt x="49604" y="348094"/>
                </a:lnTo>
                <a:close/>
              </a:path>
              <a:path w="328294" h="436879">
                <a:moveTo>
                  <a:pt x="171117" y="125679"/>
                </a:moveTo>
                <a:lnTo>
                  <a:pt x="161542" y="125679"/>
                </a:lnTo>
                <a:lnTo>
                  <a:pt x="149727" y="128450"/>
                </a:lnTo>
                <a:lnTo>
                  <a:pt x="140307" y="135318"/>
                </a:lnTo>
                <a:lnTo>
                  <a:pt x="134202" y="145224"/>
                </a:lnTo>
                <a:lnTo>
                  <a:pt x="132332" y="157111"/>
                </a:lnTo>
                <a:lnTo>
                  <a:pt x="135103" y="168921"/>
                </a:lnTo>
                <a:lnTo>
                  <a:pt x="141969" y="178341"/>
                </a:lnTo>
                <a:lnTo>
                  <a:pt x="151872" y="184449"/>
                </a:lnTo>
                <a:lnTo>
                  <a:pt x="163751" y="186321"/>
                </a:lnTo>
                <a:lnTo>
                  <a:pt x="165720" y="186321"/>
                </a:lnTo>
                <a:lnTo>
                  <a:pt x="203854" y="193651"/>
                </a:lnTo>
                <a:lnTo>
                  <a:pt x="235154" y="213661"/>
                </a:lnTo>
                <a:lnTo>
                  <a:pt x="256467" y="243382"/>
                </a:lnTo>
                <a:lnTo>
                  <a:pt x="264640" y="279844"/>
                </a:lnTo>
                <a:lnTo>
                  <a:pt x="257388" y="316834"/>
                </a:lnTo>
                <a:lnTo>
                  <a:pt x="236629" y="347289"/>
                </a:lnTo>
                <a:lnTo>
                  <a:pt x="205513" y="368078"/>
                </a:lnTo>
                <a:lnTo>
                  <a:pt x="167193" y="376072"/>
                </a:lnTo>
                <a:lnTo>
                  <a:pt x="292801" y="376072"/>
                </a:lnTo>
                <a:lnTo>
                  <a:pt x="297746" y="371189"/>
                </a:lnTo>
                <a:lnTo>
                  <a:pt x="320164" y="328156"/>
                </a:lnTo>
                <a:lnTo>
                  <a:pt x="327584" y="279844"/>
                </a:lnTo>
                <a:lnTo>
                  <a:pt x="327697" y="279107"/>
                </a:lnTo>
                <a:lnTo>
                  <a:pt x="327734" y="278866"/>
                </a:lnTo>
                <a:lnTo>
                  <a:pt x="327934" y="278866"/>
                </a:lnTo>
                <a:lnTo>
                  <a:pt x="320096" y="233346"/>
                </a:lnTo>
                <a:lnTo>
                  <a:pt x="299382" y="193158"/>
                </a:lnTo>
                <a:lnTo>
                  <a:pt x="268028" y="160582"/>
                </a:lnTo>
                <a:lnTo>
                  <a:pt x="228225" y="137655"/>
                </a:lnTo>
                <a:lnTo>
                  <a:pt x="182166" y="126415"/>
                </a:lnTo>
                <a:lnTo>
                  <a:pt x="176756" y="125933"/>
                </a:lnTo>
                <a:lnTo>
                  <a:pt x="171117" y="125679"/>
                </a:lnTo>
                <a:close/>
              </a:path>
              <a:path w="328294" h="436879">
                <a:moveTo>
                  <a:pt x="161783" y="0"/>
                </a:moveTo>
                <a:lnTo>
                  <a:pt x="158354" y="0"/>
                </a:lnTo>
                <a:lnTo>
                  <a:pt x="126813" y="3254"/>
                </a:lnTo>
                <a:lnTo>
                  <a:pt x="69080" y="27165"/>
                </a:lnTo>
                <a:lnTo>
                  <a:pt x="15532" y="85957"/>
                </a:lnTo>
                <a:lnTo>
                  <a:pt x="696" y="130277"/>
                </a:lnTo>
                <a:lnTo>
                  <a:pt x="292" y="157111"/>
                </a:lnTo>
                <a:lnTo>
                  <a:pt x="240" y="160582"/>
                </a:lnTo>
                <a:lnTo>
                  <a:pt x="115" y="168921"/>
                </a:lnTo>
                <a:lnTo>
                  <a:pt x="0" y="176564"/>
                </a:lnTo>
                <a:lnTo>
                  <a:pt x="13501" y="221296"/>
                </a:lnTo>
                <a:lnTo>
                  <a:pt x="41260" y="260946"/>
                </a:lnTo>
                <a:lnTo>
                  <a:pt x="72356" y="285993"/>
                </a:lnTo>
                <a:lnTo>
                  <a:pt x="129628" y="308262"/>
                </a:lnTo>
                <a:lnTo>
                  <a:pt x="160564" y="311023"/>
                </a:lnTo>
                <a:lnTo>
                  <a:pt x="160805" y="311518"/>
                </a:lnTo>
                <a:lnTo>
                  <a:pt x="163015" y="311518"/>
                </a:lnTo>
                <a:lnTo>
                  <a:pt x="174857" y="309466"/>
                </a:lnTo>
                <a:lnTo>
                  <a:pt x="184676" y="303229"/>
                </a:lnTo>
                <a:lnTo>
                  <a:pt x="191459" y="293771"/>
                </a:lnTo>
                <a:lnTo>
                  <a:pt x="194193" y="282054"/>
                </a:lnTo>
                <a:lnTo>
                  <a:pt x="192142" y="270212"/>
                </a:lnTo>
                <a:lnTo>
                  <a:pt x="185905" y="260392"/>
                </a:lnTo>
                <a:lnTo>
                  <a:pt x="176446" y="253609"/>
                </a:lnTo>
                <a:lnTo>
                  <a:pt x="164729" y="250875"/>
                </a:lnTo>
                <a:lnTo>
                  <a:pt x="160805" y="250875"/>
                </a:lnTo>
                <a:lnTo>
                  <a:pt x="141882" y="249109"/>
                </a:lnTo>
                <a:lnTo>
                  <a:pt x="91819" y="223875"/>
                </a:lnTo>
                <a:lnTo>
                  <a:pt x="61939" y="159899"/>
                </a:lnTo>
                <a:lnTo>
                  <a:pt x="66954" y="126415"/>
                </a:lnTo>
                <a:lnTo>
                  <a:pt x="67064" y="125679"/>
                </a:lnTo>
                <a:lnTo>
                  <a:pt x="67180" y="124906"/>
                </a:lnTo>
                <a:lnTo>
                  <a:pt x="86180" y="93522"/>
                </a:lnTo>
                <a:lnTo>
                  <a:pt x="87412" y="92303"/>
                </a:lnTo>
                <a:lnTo>
                  <a:pt x="88631" y="90830"/>
                </a:lnTo>
                <a:lnTo>
                  <a:pt x="121835" y="68521"/>
                </a:lnTo>
                <a:lnTo>
                  <a:pt x="159332" y="60883"/>
                </a:lnTo>
                <a:lnTo>
                  <a:pt x="293239" y="60883"/>
                </a:lnTo>
                <a:lnTo>
                  <a:pt x="307846" y="35839"/>
                </a:lnTo>
                <a:lnTo>
                  <a:pt x="273220" y="19881"/>
                </a:lnTo>
                <a:lnTo>
                  <a:pt x="237029" y="8528"/>
                </a:lnTo>
                <a:lnTo>
                  <a:pt x="199730" y="1870"/>
                </a:lnTo>
                <a:lnTo>
                  <a:pt x="161783" y="0"/>
                </a:lnTo>
                <a:close/>
              </a:path>
              <a:path w="328294" h="436879">
                <a:moveTo>
                  <a:pt x="327934" y="278866"/>
                </a:moveTo>
                <a:lnTo>
                  <a:pt x="327734" y="278866"/>
                </a:lnTo>
                <a:lnTo>
                  <a:pt x="327975" y="279107"/>
                </a:lnTo>
                <a:lnTo>
                  <a:pt x="327934" y="278866"/>
                </a:lnTo>
                <a:close/>
              </a:path>
              <a:path w="328294" h="436879">
                <a:moveTo>
                  <a:pt x="293239" y="60883"/>
                </a:moveTo>
                <a:lnTo>
                  <a:pt x="162037" y="60883"/>
                </a:lnTo>
                <a:lnTo>
                  <a:pt x="191893" y="62287"/>
                </a:lnTo>
                <a:lnTo>
                  <a:pt x="221222" y="67510"/>
                </a:lnTo>
                <a:lnTo>
                  <a:pt x="249680" y="76414"/>
                </a:lnTo>
                <a:lnTo>
                  <a:pt x="276921" y="88861"/>
                </a:lnTo>
                <a:lnTo>
                  <a:pt x="293239" y="6088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2018" y="5841705"/>
            <a:ext cx="303411" cy="21429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58022" y="5905035"/>
            <a:ext cx="129362" cy="151218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09229" y="5859372"/>
            <a:ext cx="101879" cy="196875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831974" y="5838266"/>
            <a:ext cx="129616" cy="215531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036950" y="5842196"/>
            <a:ext cx="480663" cy="213810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536996" y="5859372"/>
            <a:ext cx="225111" cy="197121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244775" y="6149046"/>
            <a:ext cx="174294" cy="212090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441408" y="6207464"/>
            <a:ext cx="262180" cy="153918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730344" y="6206972"/>
            <a:ext cx="94754" cy="151714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888675" y="6146831"/>
            <a:ext cx="185585" cy="214312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105687" y="6206972"/>
            <a:ext cx="252354" cy="153925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80879" y="6209924"/>
            <a:ext cx="129362" cy="151218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545341" y="6207222"/>
            <a:ext cx="136740" cy="200075"/>
          </a:xfrm>
          <a:prstGeom prst="rect">
            <a:avLst/>
          </a:prstGeom>
        </p:spPr>
      </p:pic>
      <p:sp>
        <p:nvSpPr>
          <p:cNvPr id="36" name="bg object 36"/>
          <p:cNvSpPr/>
          <p:nvPr/>
        </p:nvSpPr>
        <p:spPr>
          <a:xfrm>
            <a:off x="9596551" y="5905741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208940" y="0"/>
                </a:moveTo>
                <a:lnTo>
                  <a:pt x="0" y="0"/>
                </a:lnTo>
                <a:lnTo>
                  <a:pt x="0" y="208940"/>
                </a:lnTo>
                <a:lnTo>
                  <a:pt x="208940" y="208940"/>
                </a:lnTo>
                <a:lnTo>
                  <a:pt x="208940" y="0"/>
                </a:lnTo>
                <a:close/>
              </a:path>
            </a:pathLst>
          </a:custGeom>
          <a:solidFill>
            <a:srgbClr val="F24F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9826866" y="5905741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208940" y="0"/>
                </a:moveTo>
                <a:lnTo>
                  <a:pt x="0" y="0"/>
                </a:lnTo>
                <a:lnTo>
                  <a:pt x="0" y="208940"/>
                </a:lnTo>
                <a:lnTo>
                  <a:pt x="208940" y="208940"/>
                </a:lnTo>
                <a:lnTo>
                  <a:pt x="208940" y="0"/>
                </a:lnTo>
                <a:close/>
              </a:path>
            </a:pathLst>
          </a:custGeom>
          <a:solidFill>
            <a:srgbClr val="7FBA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10167036" y="5974384"/>
            <a:ext cx="1486535" cy="287655"/>
          </a:xfrm>
          <a:custGeom>
            <a:avLst/>
            <a:gdLst/>
            <a:ahLst/>
            <a:cxnLst/>
            <a:rect l="l" t="t" r="r" b="b"/>
            <a:pathLst>
              <a:path w="1486534" h="287654">
                <a:moveTo>
                  <a:pt x="285242" y="19253"/>
                </a:moveTo>
                <a:lnTo>
                  <a:pt x="221919" y="19253"/>
                </a:lnTo>
                <a:lnTo>
                  <a:pt x="142824" y="213804"/>
                </a:lnTo>
                <a:lnTo>
                  <a:pt x="138836" y="204165"/>
                </a:lnTo>
                <a:lnTo>
                  <a:pt x="65722" y="19050"/>
                </a:lnTo>
                <a:lnTo>
                  <a:pt x="0" y="19050"/>
                </a:lnTo>
                <a:lnTo>
                  <a:pt x="203" y="19646"/>
                </a:lnTo>
                <a:lnTo>
                  <a:pt x="203" y="283121"/>
                </a:lnTo>
                <a:lnTo>
                  <a:pt x="43141" y="283121"/>
                </a:lnTo>
                <a:lnTo>
                  <a:pt x="43091" y="101053"/>
                </a:lnTo>
                <a:lnTo>
                  <a:pt x="43345" y="79768"/>
                </a:lnTo>
                <a:lnTo>
                  <a:pt x="45542" y="83769"/>
                </a:lnTo>
                <a:lnTo>
                  <a:pt x="125844" y="282917"/>
                </a:lnTo>
                <a:lnTo>
                  <a:pt x="158407" y="282727"/>
                </a:lnTo>
                <a:lnTo>
                  <a:pt x="177977" y="232905"/>
                </a:lnTo>
                <a:lnTo>
                  <a:pt x="237109" y="83769"/>
                </a:lnTo>
                <a:lnTo>
                  <a:pt x="239509" y="79578"/>
                </a:lnTo>
                <a:lnTo>
                  <a:pt x="239699" y="82575"/>
                </a:lnTo>
                <a:lnTo>
                  <a:pt x="239699" y="282727"/>
                </a:lnTo>
                <a:lnTo>
                  <a:pt x="285242" y="282727"/>
                </a:lnTo>
                <a:lnTo>
                  <a:pt x="285242" y="19253"/>
                </a:lnTo>
                <a:close/>
              </a:path>
              <a:path w="1486534" h="287654">
                <a:moveTo>
                  <a:pt x="377317" y="36410"/>
                </a:moveTo>
                <a:lnTo>
                  <a:pt x="353110" y="13258"/>
                </a:lnTo>
                <a:lnTo>
                  <a:pt x="346176" y="13462"/>
                </a:lnTo>
                <a:lnTo>
                  <a:pt x="337210" y="16256"/>
                </a:lnTo>
                <a:lnTo>
                  <a:pt x="329819" y="21983"/>
                </a:lnTo>
                <a:lnTo>
                  <a:pt x="324853" y="29845"/>
                </a:lnTo>
                <a:lnTo>
                  <a:pt x="323202" y="39027"/>
                </a:lnTo>
                <a:lnTo>
                  <a:pt x="324561" y="47790"/>
                </a:lnTo>
                <a:lnTo>
                  <a:pt x="329044" y="55359"/>
                </a:lnTo>
                <a:lnTo>
                  <a:pt x="335838" y="61048"/>
                </a:lnTo>
                <a:lnTo>
                  <a:pt x="344182" y="64198"/>
                </a:lnTo>
                <a:lnTo>
                  <a:pt x="352869" y="64706"/>
                </a:lnTo>
                <a:lnTo>
                  <a:pt x="361353" y="62699"/>
                </a:lnTo>
                <a:lnTo>
                  <a:pt x="368782" y="58305"/>
                </a:lnTo>
                <a:lnTo>
                  <a:pt x="374345" y="51612"/>
                </a:lnTo>
                <a:lnTo>
                  <a:pt x="377012" y="44246"/>
                </a:lnTo>
                <a:lnTo>
                  <a:pt x="377317" y="36410"/>
                </a:lnTo>
                <a:close/>
              </a:path>
              <a:path w="1486534" h="287654">
                <a:moveTo>
                  <a:pt x="1486166" y="93764"/>
                </a:moveTo>
                <a:lnTo>
                  <a:pt x="1441424" y="93764"/>
                </a:lnTo>
                <a:lnTo>
                  <a:pt x="1441424" y="37236"/>
                </a:lnTo>
                <a:lnTo>
                  <a:pt x="1396669" y="50825"/>
                </a:lnTo>
                <a:lnTo>
                  <a:pt x="1396669" y="93764"/>
                </a:lnTo>
                <a:lnTo>
                  <a:pt x="1330553" y="93764"/>
                </a:lnTo>
                <a:lnTo>
                  <a:pt x="1330426" y="76885"/>
                </a:lnTo>
                <a:lnTo>
                  <a:pt x="1330579" y="68427"/>
                </a:lnTo>
                <a:lnTo>
                  <a:pt x="1354721" y="36715"/>
                </a:lnTo>
                <a:lnTo>
                  <a:pt x="1363243" y="36880"/>
                </a:lnTo>
                <a:lnTo>
                  <a:pt x="1371638" y="38773"/>
                </a:lnTo>
                <a:lnTo>
                  <a:pt x="1379689" y="41833"/>
                </a:lnTo>
                <a:lnTo>
                  <a:pt x="1379689" y="3086"/>
                </a:lnTo>
                <a:lnTo>
                  <a:pt x="1362900" y="0"/>
                </a:lnTo>
                <a:lnTo>
                  <a:pt x="1345755" y="12"/>
                </a:lnTo>
                <a:lnTo>
                  <a:pt x="1329093" y="3492"/>
                </a:lnTo>
                <a:lnTo>
                  <a:pt x="1313776" y="10871"/>
                </a:lnTo>
                <a:lnTo>
                  <a:pt x="1313980" y="11468"/>
                </a:lnTo>
                <a:lnTo>
                  <a:pt x="1305229" y="18275"/>
                </a:lnTo>
                <a:lnTo>
                  <a:pt x="1286002" y="58077"/>
                </a:lnTo>
                <a:lnTo>
                  <a:pt x="1285214" y="94373"/>
                </a:lnTo>
                <a:lnTo>
                  <a:pt x="1253845" y="94373"/>
                </a:lnTo>
                <a:lnTo>
                  <a:pt x="1253845" y="130517"/>
                </a:lnTo>
                <a:lnTo>
                  <a:pt x="1285214" y="130517"/>
                </a:lnTo>
                <a:lnTo>
                  <a:pt x="1285214" y="282930"/>
                </a:lnTo>
                <a:lnTo>
                  <a:pt x="1330350" y="282930"/>
                </a:lnTo>
                <a:lnTo>
                  <a:pt x="1330350" y="130517"/>
                </a:lnTo>
                <a:lnTo>
                  <a:pt x="1396479" y="130517"/>
                </a:lnTo>
                <a:lnTo>
                  <a:pt x="1396479" y="227596"/>
                </a:lnTo>
                <a:lnTo>
                  <a:pt x="1397139" y="239052"/>
                </a:lnTo>
                <a:lnTo>
                  <a:pt x="1416583" y="277634"/>
                </a:lnTo>
                <a:lnTo>
                  <a:pt x="1455343" y="287337"/>
                </a:lnTo>
                <a:lnTo>
                  <a:pt x="1465859" y="286397"/>
                </a:lnTo>
                <a:lnTo>
                  <a:pt x="1476184" y="284226"/>
                </a:lnTo>
                <a:lnTo>
                  <a:pt x="1486166" y="280733"/>
                </a:lnTo>
                <a:lnTo>
                  <a:pt x="1486166" y="243586"/>
                </a:lnTo>
                <a:lnTo>
                  <a:pt x="1478089" y="247700"/>
                </a:lnTo>
                <a:lnTo>
                  <a:pt x="1469275" y="249897"/>
                </a:lnTo>
                <a:lnTo>
                  <a:pt x="1441335" y="219964"/>
                </a:lnTo>
                <a:lnTo>
                  <a:pt x="1441170" y="211150"/>
                </a:lnTo>
                <a:lnTo>
                  <a:pt x="1441221" y="130327"/>
                </a:lnTo>
                <a:lnTo>
                  <a:pt x="1474927" y="130263"/>
                </a:lnTo>
                <a:lnTo>
                  <a:pt x="1486166" y="130517"/>
                </a:lnTo>
                <a:lnTo>
                  <a:pt x="1486166" y="9376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9" name="bg object 39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0569737" y="6063396"/>
            <a:ext cx="148018" cy="197904"/>
          </a:xfrm>
          <a:prstGeom prst="rect">
            <a:avLst/>
          </a:prstGeom>
        </p:spPr>
      </p:pic>
      <p:pic>
        <p:nvPicPr>
          <p:cNvPr id="40" name="bg object 40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077906" y="6063592"/>
            <a:ext cx="125504" cy="198112"/>
          </a:xfrm>
          <a:prstGeom prst="rect">
            <a:avLst/>
          </a:prstGeom>
        </p:spPr>
      </p:pic>
      <p:sp>
        <p:nvSpPr>
          <p:cNvPr id="41" name="bg object 41"/>
          <p:cNvSpPr/>
          <p:nvPr/>
        </p:nvSpPr>
        <p:spPr>
          <a:xfrm>
            <a:off x="10494429" y="6063462"/>
            <a:ext cx="563245" cy="198120"/>
          </a:xfrm>
          <a:custGeom>
            <a:avLst/>
            <a:gdLst/>
            <a:ahLst/>
            <a:cxnLst/>
            <a:rect l="l" t="t" r="r" b="b"/>
            <a:pathLst>
              <a:path w="563245" h="198120">
                <a:moveTo>
                  <a:pt x="44945" y="4686"/>
                </a:moveTo>
                <a:lnTo>
                  <a:pt x="0" y="4686"/>
                </a:lnTo>
                <a:lnTo>
                  <a:pt x="0" y="193446"/>
                </a:lnTo>
                <a:lnTo>
                  <a:pt x="44945" y="193446"/>
                </a:lnTo>
                <a:lnTo>
                  <a:pt x="44945" y="4686"/>
                </a:lnTo>
                <a:close/>
              </a:path>
              <a:path w="563245" h="198120">
                <a:moveTo>
                  <a:pt x="366141" y="4089"/>
                </a:moveTo>
                <a:lnTo>
                  <a:pt x="355600" y="1638"/>
                </a:lnTo>
                <a:lnTo>
                  <a:pt x="344716" y="1308"/>
                </a:lnTo>
                <a:lnTo>
                  <a:pt x="334060" y="3263"/>
                </a:lnTo>
                <a:lnTo>
                  <a:pt x="324192" y="7683"/>
                </a:lnTo>
                <a:lnTo>
                  <a:pt x="324396" y="7480"/>
                </a:lnTo>
                <a:lnTo>
                  <a:pt x="316611" y="13144"/>
                </a:lnTo>
                <a:lnTo>
                  <a:pt x="310235" y="20243"/>
                </a:lnTo>
                <a:lnTo>
                  <a:pt x="305092" y="28359"/>
                </a:lnTo>
                <a:lnTo>
                  <a:pt x="301015" y="37045"/>
                </a:lnTo>
                <a:lnTo>
                  <a:pt x="301015" y="4686"/>
                </a:lnTo>
                <a:lnTo>
                  <a:pt x="256476" y="4686"/>
                </a:lnTo>
                <a:lnTo>
                  <a:pt x="256476" y="193459"/>
                </a:lnTo>
                <a:lnTo>
                  <a:pt x="301015" y="193459"/>
                </a:lnTo>
                <a:lnTo>
                  <a:pt x="301040" y="93345"/>
                </a:lnTo>
                <a:lnTo>
                  <a:pt x="301904" y="83515"/>
                </a:lnTo>
                <a:lnTo>
                  <a:pt x="326529" y="44577"/>
                </a:lnTo>
                <a:lnTo>
                  <a:pt x="343560" y="41922"/>
                </a:lnTo>
                <a:lnTo>
                  <a:pt x="351459" y="43091"/>
                </a:lnTo>
                <a:lnTo>
                  <a:pt x="359067" y="45529"/>
                </a:lnTo>
                <a:lnTo>
                  <a:pt x="366141" y="49237"/>
                </a:lnTo>
                <a:lnTo>
                  <a:pt x="366141" y="4089"/>
                </a:lnTo>
                <a:close/>
              </a:path>
              <a:path w="563245" h="198120">
                <a:moveTo>
                  <a:pt x="562864" y="93154"/>
                </a:moveTo>
                <a:lnTo>
                  <a:pt x="561708" y="78486"/>
                </a:lnTo>
                <a:lnTo>
                  <a:pt x="561670" y="77990"/>
                </a:lnTo>
                <a:lnTo>
                  <a:pt x="558660" y="63131"/>
                </a:lnTo>
                <a:lnTo>
                  <a:pt x="537400" y="25336"/>
                </a:lnTo>
                <a:lnTo>
                  <a:pt x="516394" y="10287"/>
                </a:lnTo>
                <a:lnTo>
                  <a:pt x="516394" y="100939"/>
                </a:lnTo>
                <a:lnTo>
                  <a:pt x="515683" y="112382"/>
                </a:lnTo>
                <a:lnTo>
                  <a:pt x="515658" y="112699"/>
                </a:lnTo>
                <a:lnTo>
                  <a:pt x="513575" y="124244"/>
                </a:lnTo>
                <a:lnTo>
                  <a:pt x="509765" y="135318"/>
                </a:lnTo>
                <a:lnTo>
                  <a:pt x="509765" y="135521"/>
                </a:lnTo>
                <a:lnTo>
                  <a:pt x="478650" y="159842"/>
                </a:lnTo>
                <a:lnTo>
                  <a:pt x="469366" y="160934"/>
                </a:lnTo>
                <a:lnTo>
                  <a:pt x="460006" y="160604"/>
                </a:lnTo>
                <a:lnTo>
                  <a:pt x="422478" y="135521"/>
                </a:lnTo>
                <a:lnTo>
                  <a:pt x="415061" y="100266"/>
                </a:lnTo>
                <a:lnTo>
                  <a:pt x="415429" y="93154"/>
                </a:lnTo>
                <a:lnTo>
                  <a:pt x="415556" y="90779"/>
                </a:lnTo>
                <a:lnTo>
                  <a:pt x="415632" y="89179"/>
                </a:lnTo>
                <a:lnTo>
                  <a:pt x="415683" y="88176"/>
                </a:lnTo>
                <a:lnTo>
                  <a:pt x="417245" y="78486"/>
                </a:lnTo>
                <a:lnTo>
                  <a:pt x="417334" y="77990"/>
                </a:lnTo>
                <a:lnTo>
                  <a:pt x="417449" y="77279"/>
                </a:lnTo>
                <a:lnTo>
                  <a:pt x="439559" y="43954"/>
                </a:lnTo>
                <a:lnTo>
                  <a:pt x="462826" y="37045"/>
                </a:lnTo>
                <a:lnTo>
                  <a:pt x="473075" y="37338"/>
                </a:lnTo>
                <a:lnTo>
                  <a:pt x="507225" y="58280"/>
                </a:lnTo>
                <a:lnTo>
                  <a:pt x="516382" y="100266"/>
                </a:lnTo>
                <a:lnTo>
                  <a:pt x="516394" y="100939"/>
                </a:lnTo>
                <a:lnTo>
                  <a:pt x="516394" y="10287"/>
                </a:lnTo>
                <a:lnTo>
                  <a:pt x="513956" y="8877"/>
                </a:lnTo>
                <a:lnTo>
                  <a:pt x="498398" y="3429"/>
                </a:lnTo>
                <a:lnTo>
                  <a:pt x="482206" y="596"/>
                </a:lnTo>
                <a:lnTo>
                  <a:pt x="465709" y="0"/>
                </a:lnTo>
                <a:lnTo>
                  <a:pt x="449237" y="1282"/>
                </a:lnTo>
                <a:lnTo>
                  <a:pt x="402043" y="20815"/>
                </a:lnTo>
                <a:lnTo>
                  <a:pt x="375031" y="60185"/>
                </a:lnTo>
                <a:lnTo>
                  <a:pt x="369049" y="100266"/>
                </a:lnTo>
                <a:lnTo>
                  <a:pt x="368947" y="109220"/>
                </a:lnTo>
                <a:lnTo>
                  <a:pt x="385724" y="161290"/>
                </a:lnTo>
                <a:lnTo>
                  <a:pt x="422656" y="190563"/>
                </a:lnTo>
                <a:lnTo>
                  <a:pt x="464324" y="197942"/>
                </a:lnTo>
                <a:lnTo>
                  <a:pt x="477634" y="197269"/>
                </a:lnTo>
                <a:lnTo>
                  <a:pt x="519684" y="183921"/>
                </a:lnTo>
                <a:lnTo>
                  <a:pt x="550837" y="150876"/>
                </a:lnTo>
                <a:lnTo>
                  <a:pt x="562381" y="109220"/>
                </a:lnTo>
                <a:lnTo>
                  <a:pt x="562495" y="108356"/>
                </a:lnTo>
                <a:lnTo>
                  <a:pt x="562864" y="931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2" name="bg object 42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1223011" y="6063340"/>
            <a:ext cx="194085" cy="197680"/>
          </a:xfrm>
          <a:prstGeom prst="rect">
            <a:avLst/>
          </a:prstGeom>
        </p:spPr>
      </p:pic>
      <p:sp>
        <p:nvSpPr>
          <p:cNvPr id="43" name="bg object 43"/>
          <p:cNvSpPr/>
          <p:nvPr/>
        </p:nvSpPr>
        <p:spPr>
          <a:xfrm>
            <a:off x="9596551" y="6135852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208940" y="0"/>
                </a:moveTo>
                <a:lnTo>
                  <a:pt x="0" y="0"/>
                </a:lnTo>
                <a:lnTo>
                  <a:pt x="0" y="208940"/>
                </a:lnTo>
                <a:lnTo>
                  <a:pt x="208940" y="208940"/>
                </a:lnTo>
                <a:lnTo>
                  <a:pt x="208940" y="0"/>
                </a:lnTo>
                <a:close/>
              </a:path>
            </a:pathLst>
          </a:custGeom>
          <a:solidFill>
            <a:srgbClr val="03A3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bg object 44"/>
          <p:cNvSpPr/>
          <p:nvPr/>
        </p:nvSpPr>
        <p:spPr>
          <a:xfrm>
            <a:off x="9826866" y="6136055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208940" y="0"/>
                </a:moveTo>
                <a:lnTo>
                  <a:pt x="0" y="0"/>
                </a:lnTo>
                <a:lnTo>
                  <a:pt x="0" y="208940"/>
                </a:lnTo>
                <a:lnTo>
                  <a:pt x="208940" y="208940"/>
                </a:lnTo>
                <a:lnTo>
                  <a:pt x="208940" y="0"/>
                </a:lnTo>
                <a:close/>
              </a:path>
            </a:pathLst>
          </a:custGeom>
          <a:solidFill>
            <a:srgbClr val="FFBA0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5" name="bg object 45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0" y="851037"/>
            <a:ext cx="7514615" cy="4620960"/>
          </a:xfrm>
          <a:prstGeom prst="rect">
            <a:avLst/>
          </a:prstGeom>
        </p:spPr>
      </p:pic>
      <p:sp>
        <p:nvSpPr>
          <p:cNvPr id="46" name="bg object 46"/>
          <p:cNvSpPr/>
          <p:nvPr/>
        </p:nvSpPr>
        <p:spPr>
          <a:xfrm>
            <a:off x="546354" y="3100971"/>
            <a:ext cx="5676265" cy="586740"/>
          </a:xfrm>
          <a:custGeom>
            <a:avLst/>
            <a:gdLst/>
            <a:ahLst/>
            <a:cxnLst/>
            <a:rect l="l" t="t" r="r" b="b"/>
            <a:pathLst>
              <a:path w="5676265" h="586739">
                <a:moveTo>
                  <a:pt x="0" y="586651"/>
                </a:moveTo>
                <a:lnTo>
                  <a:pt x="5676252" y="586651"/>
                </a:lnTo>
                <a:lnTo>
                  <a:pt x="5676252" y="0"/>
                </a:lnTo>
                <a:lnTo>
                  <a:pt x="0" y="0"/>
                </a:lnTo>
                <a:lnTo>
                  <a:pt x="0" y="586651"/>
                </a:lnTo>
                <a:close/>
              </a:path>
            </a:pathLst>
          </a:custGeom>
          <a:solidFill>
            <a:srgbClr val="008B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bg object 47"/>
          <p:cNvSpPr/>
          <p:nvPr/>
        </p:nvSpPr>
        <p:spPr>
          <a:xfrm>
            <a:off x="546354" y="1863636"/>
            <a:ext cx="5676265" cy="1237615"/>
          </a:xfrm>
          <a:custGeom>
            <a:avLst/>
            <a:gdLst/>
            <a:ahLst/>
            <a:cxnLst/>
            <a:rect l="l" t="t" r="r" b="b"/>
            <a:pathLst>
              <a:path w="5676265" h="1237614">
                <a:moveTo>
                  <a:pt x="5676252" y="0"/>
                </a:moveTo>
                <a:lnTo>
                  <a:pt x="0" y="0"/>
                </a:lnTo>
                <a:lnTo>
                  <a:pt x="0" y="1237335"/>
                </a:lnTo>
                <a:lnTo>
                  <a:pt x="5676252" y="1237335"/>
                </a:lnTo>
                <a:lnTo>
                  <a:pt x="5676252" y="0"/>
                </a:lnTo>
                <a:close/>
              </a:path>
            </a:pathLst>
          </a:custGeom>
          <a:solidFill>
            <a:srgbClr val="1D28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0" i="0">
                <a:solidFill>
                  <a:srgbClr val="1BDBB0"/>
                </a:solidFill>
                <a:latin typeface="Krona One"/>
                <a:cs typeface="Krona On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917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82150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pic>
        <p:nvPicPr>
          <p:cNvPr id="9" name="Picture 8" descr="Meetup | Find Local Groups, Events, and Activities Near You">
            <a:extLst>
              <a:ext uri="{FF2B5EF4-FFF2-40B4-BE49-F238E27FC236}">
                <a16:creationId xmlns:a16="http://schemas.microsoft.com/office/drawing/2014/main" id="{597EEFCA-32AE-E4D1-4F47-092C1214CB29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5116579" y="5831869"/>
            <a:ext cx="1889661" cy="51353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0" i="0">
                <a:solidFill>
                  <a:srgbClr val="1BDBB0"/>
                </a:solidFill>
                <a:latin typeface="Krona One"/>
                <a:cs typeface="Krona On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rgbClr val="1C08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772D4-0BA5-139F-D73C-3DC4B18C68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994" y="881925"/>
            <a:ext cx="7310472" cy="1955482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pPr>
              <a:defRPr>
                <a:latin typeface="Quicksand"/>
              </a:defRPr>
            </a:pP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960914-4100-F5CC-0884-AB43DE8074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3994" y="2821272"/>
            <a:ext cx="7310472" cy="87344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normAutofit/>
          </a:bodyPr>
          <a:lstStyle>
            <a:lvl1pPr marL="0" indent="0" algn="l">
              <a:buNone/>
              <a:defRPr sz="3200" b="1">
                <a:solidFill>
                  <a:srgbClr val="CB0C67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>
                <a:latin typeface="Quicksand"/>
              </a:defRP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553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peaker 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174CD-4AC7-C468-19CA-26C44A43C996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lstStyle/>
          <a:p>
            <a:pPr>
              <a:defRPr>
                <a:latin typeface="Quicksand"/>
              </a:defRPr>
            </a:pP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2A78DA-67B4-0902-20EE-D2C46F081B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39919" y="1429865"/>
            <a:ext cx="5797853" cy="541901"/>
          </a:xfrm>
          <a:noFill/>
          <a:ln>
            <a:noFill/>
          </a:ln>
          <a:effectLst/>
        </p:spPr>
        <p:txBody>
          <a:bodyPr/>
          <a:lstStyle>
            <a:lvl1pPr>
              <a:buNone/>
              <a:defRPr b="1"/>
            </a:lvl1pPr>
            <a:lvl2pPr>
              <a:buNone/>
              <a:defRPr b="1"/>
            </a:lvl2pPr>
            <a:lvl3pPr>
              <a:buNone/>
              <a:defRPr b="1"/>
            </a:lvl3pPr>
            <a:lvl4pPr>
              <a:buNone/>
              <a:defRPr b="1"/>
            </a:lvl4pPr>
            <a:lvl5pPr>
              <a:buNone/>
              <a:defRPr b="1"/>
            </a:lvl5pPr>
          </a:lstStyle>
          <a:p>
            <a:pPr lvl="0">
              <a:defRPr>
                <a:latin typeface="Quicksand"/>
              </a:defRPr>
            </a:pPr>
            <a:endParaRPr/>
          </a:p>
          <a:p>
            <a:pPr lvl="1">
              <a:defRPr>
                <a:latin typeface="Quicksand"/>
              </a:defRPr>
            </a:pPr>
            <a:endParaRPr/>
          </a:p>
          <a:p>
            <a:pPr lvl="2">
              <a:defRPr>
                <a:latin typeface="Quicksand"/>
              </a:defRPr>
            </a:pPr>
            <a:endParaRPr/>
          </a:p>
          <a:p>
            <a:pPr lvl="3">
              <a:defRPr>
                <a:latin typeface="Quicksand"/>
              </a:defRPr>
            </a:pPr>
            <a:endParaRPr/>
          </a:p>
          <a:p>
            <a:pPr lvl="4">
              <a:defRPr>
                <a:latin typeface="Quicksand"/>
              </a:defRPr>
            </a:pPr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BB1A7E6-CC3A-60D7-064A-E85F0F7A39C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39919" y="2091346"/>
            <a:ext cx="5797853" cy="541901"/>
          </a:xfrm>
          <a:noFill/>
          <a:ln>
            <a:noFill/>
          </a:ln>
          <a:effectLst/>
        </p:spPr>
        <p:txBody>
          <a:bodyPr>
            <a:noAutofit/>
          </a:bodyPr>
          <a:lstStyle>
            <a:lvl1pPr>
              <a:buNone/>
              <a:defRPr sz="1800" b="1">
                <a:solidFill>
                  <a:srgbClr val="35080A"/>
                </a:solidFill>
              </a:defRPr>
            </a:lvl1pPr>
            <a:lvl2pPr>
              <a:buNone/>
              <a:defRPr sz="1600" b="1">
                <a:solidFill>
                  <a:srgbClr val="35080A"/>
                </a:solidFill>
              </a:defRPr>
            </a:lvl2pPr>
            <a:lvl3pPr>
              <a:buNone/>
              <a:defRPr sz="1400" b="1">
                <a:solidFill>
                  <a:srgbClr val="35080A"/>
                </a:solidFill>
              </a:defRPr>
            </a:lvl3pPr>
            <a:lvl4pPr>
              <a:buNone/>
              <a:defRPr sz="1200" b="1">
                <a:solidFill>
                  <a:srgbClr val="35080A"/>
                </a:solidFill>
              </a:defRPr>
            </a:lvl4pPr>
            <a:lvl5pPr>
              <a:buNone/>
              <a:defRPr sz="1200" b="1">
                <a:solidFill>
                  <a:srgbClr val="35080A"/>
                </a:solidFill>
              </a:defRPr>
            </a:lvl5pPr>
          </a:lstStyle>
          <a:p>
            <a:pPr lvl="0">
              <a:defRPr>
                <a:latin typeface="Quicksand"/>
              </a:defRPr>
            </a:pPr>
            <a:endParaRPr/>
          </a:p>
          <a:p>
            <a:pPr lvl="1">
              <a:defRPr>
                <a:latin typeface="Quicksand"/>
              </a:defRPr>
            </a:pPr>
            <a:endParaRPr/>
          </a:p>
          <a:p>
            <a:pPr lvl="2">
              <a:defRPr>
                <a:latin typeface="Quicksand"/>
              </a:defRPr>
            </a:pPr>
            <a:endParaRPr/>
          </a:p>
          <a:p>
            <a:pPr lvl="3">
              <a:defRPr>
                <a:latin typeface="Quicksand"/>
              </a:defRPr>
            </a:pPr>
            <a:endParaRPr/>
          </a:p>
          <a:p>
            <a:pPr lvl="4">
              <a:defRPr>
                <a:latin typeface="Quicksand"/>
              </a:defRPr>
            </a:pPr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AD3E5042-B61D-3C77-0D51-C2164F8A2CF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39919" y="2752827"/>
            <a:ext cx="7694749" cy="1342199"/>
          </a:xfrm>
          <a:noFill/>
          <a:ln>
            <a:noFill/>
          </a:ln>
          <a:effectLst/>
        </p:spPr>
        <p:txBody>
          <a:bodyPr/>
          <a:lstStyle>
            <a:lvl1pPr rtl="0">
              <a:buNone/>
              <a:defRPr sz="1600" b="0"/>
            </a:lvl1pPr>
            <a:lvl2pPr rtl="0">
              <a:buNone/>
              <a:defRPr sz="1600" b="0"/>
            </a:lvl2pPr>
            <a:lvl3pPr rtl="0">
              <a:buNone/>
              <a:defRPr sz="1600" b="0"/>
            </a:lvl3pPr>
            <a:lvl4pPr rtl="0">
              <a:buNone/>
              <a:defRPr sz="1600" b="0"/>
            </a:lvl4pPr>
            <a:lvl5pPr rtl="0">
              <a:buNone/>
              <a:defRPr sz="1600" b="0"/>
            </a:lvl5pPr>
          </a:lstStyle>
          <a:p>
            <a:pPr lvl="0">
              <a:defRPr>
                <a:latin typeface="Quicksand"/>
              </a:defRPr>
            </a:pPr>
            <a:endParaRPr/>
          </a:p>
          <a:p>
            <a:pPr lvl="1">
              <a:defRPr>
                <a:latin typeface="Quicksand"/>
              </a:defRPr>
            </a:pPr>
            <a:endParaRPr/>
          </a:p>
          <a:p>
            <a:pPr lvl="2">
              <a:defRPr>
                <a:latin typeface="Quicksand"/>
              </a:defRPr>
            </a:pPr>
            <a:endParaRPr/>
          </a:p>
          <a:p>
            <a:pPr lvl="3">
              <a:defRPr>
                <a:latin typeface="Quicksand"/>
              </a:defRPr>
            </a:pPr>
            <a:endParaRPr/>
          </a:p>
          <a:p>
            <a:pPr lvl="4">
              <a:defRPr>
                <a:latin typeface="Quicksand"/>
              </a:defRPr>
            </a:pPr>
            <a:endParaRPr lang="en-US"/>
          </a:p>
        </p:txBody>
      </p:sp>
      <p:sp>
        <p:nvSpPr>
          <p:cNvPr id="8" name="Speaker detail Focus" descr="Speaker detail card Focus">
            <a:extLst>
              <a:ext uri="{FF2B5EF4-FFF2-40B4-BE49-F238E27FC236}">
                <a16:creationId xmlns:a16="http://schemas.microsoft.com/office/drawing/2014/main" id="{2D5519C4-49EE-9621-C294-16AA8AED0207}"/>
              </a:ext>
            </a:extLst>
          </p:cNvPr>
          <p:cNvSpPr/>
          <p:nvPr userDrawn="1"/>
        </p:nvSpPr>
        <p:spPr>
          <a:xfrm>
            <a:off x="3196531" y="4214606"/>
            <a:ext cx="2445533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FD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Quicksand"/>
              </a:defRPr>
            </a:pPr>
            <a:endParaRPr/>
          </a:p>
        </p:txBody>
      </p:sp>
      <p:sp>
        <p:nvSpPr>
          <p:cNvPr id="9" name="Speaker detail header Focus" descr="Header for Focus">
            <a:extLst>
              <a:ext uri="{FF2B5EF4-FFF2-40B4-BE49-F238E27FC236}">
                <a16:creationId xmlns:a16="http://schemas.microsoft.com/office/drawing/2014/main" id="{C32DE398-C9E1-2631-C024-EEEBF494FA74}"/>
              </a:ext>
            </a:extLst>
          </p:cNvPr>
          <p:cNvSpPr/>
          <p:nvPr userDrawn="1"/>
        </p:nvSpPr>
        <p:spPr>
          <a:xfrm>
            <a:off x="3196531" y="4214606"/>
            <a:ext cx="2445533" cy="384048"/>
          </a:xfrm>
          <a:prstGeom prst="roundRect">
            <a:avLst/>
          </a:prstGeom>
          <a:solidFill>
            <a:srgbClr val="213508"/>
          </a:solidFill>
          <a:ln>
            <a:solidFill>
              <a:srgbClr val="2135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>
                <a:latin typeface="Quicksand"/>
              </a:defRPr>
            </a:pPr>
            <a:r>
              <a:rPr lang="en-GB" sz="1400" b="1">
                <a:latin typeface="Quicksand"/>
              </a:rPr>
              <a:t>Focus</a:t>
            </a:r>
            <a:endParaRPr sz="1400" b="1"/>
          </a:p>
        </p:txBody>
      </p:sp>
      <p:sp>
        <p:nvSpPr>
          <p:cNvPr id="10" name="Speaker detail Community" descr="Speaker detail card Community">
            <a:extLst>
              <a:ext uri="{FF2B5EF4-FFF2-40B4-BE49-F238E27FC236}">
                <a16:creationId xmlns:a16="http://schemas.microsoft.com/office/drawing/2014/main" id="{D400A4A9-FE04-DA15-58C2-55103E78E80D}"/>
              </a:ext>
            </a:extLst>
          </p:cNvPr>
          <p:cNvSpPr/>
          <p:nvPr userDrawn="1"/>
        </p:nvSpPr>
        <p:spPr>
          <a:xfrm>
            <a:off x="5949435" y="4214606"/>
            <a:ext cx="2445533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FD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Quicksand"/>
              </a:defRPr>
            </a:pPr>
            <a:endParaRPr/>
          </a:p>
        </p:txBody>
      </p:sp>
      <p:sp>
        <p:nvSpPr>
          <p:cNvPr id="11" name="Speaker detail header Community" descr="Header for Community">
            <a:extLst>
              <a:ext uri="{FF2B5EF4-FFF2-40B4-BE49-F238E27FC236}">
                <a16:creationId xmlns:a16="http://schemas.microsoft.com/office/drawing/2014/main" id="{45C777FE-F939-8A64-FCBE-B51FB60DCDBD}"/>
              </a:ext>
            </a:extLst>
          </p:cNvPr>
          <p:cNvSpPr/>
          <p:nvPr userDrawn="1"/>
        </p:nvSpPr>
        <p:spPr>
          <a:xfrm>
            <a:off x="5949435" y="4214606"/>
            <a:ext cx="2445533" cy="384048"/>
          </a:xfrm>
          <a:prstGeom prst="roundRect">
            <a:avLst/>
          </a:prstGeom>
          <a:solidFill>
            <a:srgbClr val="35080A"/>
          </a:solidFill>
          <a:ln>
            <a:solidFill>
              <a:srgbClr val="3508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>
                <a:latin typeface="Quicksand"/>
              </a:defRPr>
            </a:pPr>
            <a:r>
              <a:rPr lang="en-GB" sz="1400" b="1">
                <a:latin typeface="Quicksand"/>
              </a:rPr>
              <a:t>Awards</a:t>
            </a:r>
            <a:endParaRPr sz="1400" b="1"/>
          </a:p>
        </p:txBody>
      </p:sp>
      <p:sp>
        <p:nvSpPr>
          <p:cNvPr id="12" name="Speaker detail Connect" descr="Speaker detail card Connect">
            <a:extLst>
              <a:ext uri="{FF2B5EF4-FFF2-40B4-BE49-F238E27FC236}">
                <a16:creationId xmlns:a16="http://schemas.microsoft.com/office/drawing/2014/main" id="{A14D71D9-2841-B098-B578-BFD5C5CC253E}"/>
              </a:ext>
            </a:extLst>
          </p:cNvPr>
          <p:cNvSpPr/>
          <p:nvPr userDrawn="1"/>
        </p:nvSpPr>
        <p:spPr>
          <a:xfrm>
            <a:off x="8689135" y="4214606"/>
            <a:ext cx="2445533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FD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Quicksand"/>
              </a:defRPr>
            </a:pPr>
            <a:endParaRPr/>
          </a:p>
        </p:txBody>
      </p:sp>
      <p:sp>
        <p:nvSpPr>
          <p:cNvPr id="13" name="Speaker detail header Connect" descr="Header for Connect">
            <a:extLst>
              <a:ext uri="{FF2B5EF4-FFF2-40B4-BE49-F238E27FC236}">
                <a16:creationId xmlns:a16="http://schemas.microsoft.com/office/drawing/2014/main" id="{576FB9AC-E4EE-9A70-BA60-2DB223403D46}"/>
              </a:ext>
            </a:extLst>
          </p:cNvPr>
          <p:cNvSpPr/>
          <p:nvPr userDrawn="1"/>
        </p:nvSpPr>
        <p:spPr>
          <a:xfrm>
            <a:off x="8689135" y="4214606"/>
            <a:ext cx="2445533" cy="384048"/>
          </a:xfrm>
          <a:prstGeom prst="roundRect">
            <a:avLst/>
          </a:prstGeom>
          <a:solidFill>
            <a:srgbClr val="083533"/>
          </a:solidFill>
          <a:ln>
            <a:solidFill>
              <a:srgbClr val="0835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>
                <a:latin typeface="Quicksand"/>
              </a:defRPr>
            </a:pPr>
            <a:r>
              <a:rPr lang="en-GB" sz="1400" b="1">
                <a:latin typeface="Quicksand"/>
              </a:rPr>
              <a:t>Connect</a:t>
            </a:r>
            <a:endParaRPr sz="1400" b="1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7A18F976-8C6B-250D-665A-DC1FA5A008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24079" y="4718234"/>
            <a:ext cx="2218038" cy="1252020"/>
          </a:xfrm>
          <a:noFill/>
          <a:ln>
            <a:noFill/>
          </a:ln>
          <a:effectLst/>
        </p:spPr>
        <p:txBody>
          <a:bodyPr/>
          <a:lstStyle>
            <a:lvl1pPr rtl="0">
              <a:buNone/>
              <a:defRPr sz="1600" b="0"/>
            </a:lvl1pPr>
            <a:lvl2pPr rtl="0">
              <a:buNone/>
              <a:defRPr sz="1600" b="0"/>
            </a:lvl2pPr>
            <a:lvl3pPr rtl="0">
              <a:buNone/>
              <a:defRPr sz="1600" b="0"/>
            </a:lvl3pPr>
            <a:lvl4pPr rtl="0">
              <a:buNone/>
              <a:defRPr sz="1600" b="0"/>
            </a:lvl4pPr>
            <a:lvl5pPr rtl="0">
              <a:buNone/>
              <a:defRPr sz="1600" b="0"/>
            </a:lvl5pPr>
          </a:lstStyle>
          <a:p>
            <a:pPr lvl="0">
              <a:defRPr>
                <a:latin typeface="Quicksand"/>
              </a:defRPr>
            </a:pPr>
            <a:endParaRPr/>
          </a:p>
          <a:p>
            <a:pPr lvl="1">
              <a:defRPr>
                <a:latin typeface="Quicksand"/>
              </a:defRPr>
            </a:pPr>
            <a:endParaRPr/>
          </a:p>
          <a:p>
            <a:pPr lvl="2">
              <a:defRPr>
                <a:latin typeface="Quicksand"/>
              </a:defRPr>
            </a:pPr>
            <a:endParaRPr/>
          </a:p>
          <a:p>
            <a:pPr lvl="3">
              <a:defRPr>
                <a:latin typeface="Quicksand"/>
              </a:defRPr>
            </a:pPr>
            <a:endParaRPr/>
          </a:p>
          <a:p>
            <a:pPr lvl="4">
              <a:defRPr>
                <a:latin typeface="Quicksand"/>
              </a:defRPr>
            </a:pPr>
            <a:endParaRPr lang="en-US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4A29DA8-C1D9-0B94-28AE-B093479C75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76983" y="4718234"/>
            <a:ext cx="2218038" cy="1252020"/>
          </a:xfrm>
          <a:noFill/>
          <a:ln>
            <a:noFill/>
          </a:ln>
          <a:effectLst/>
        </p:spPr>
        <p:txBody>
          <a:bodyPr/>
          <a:lstStyle>
            <a:lvl1pPr rtl="0">
              <a:buNone/>
              <a:defRPr sz="1600" b="0"/>
            </a:lvl1pPr>
            <a:lvl2pPr rtl="0">
              <a:buNone/>
              <a:defRPr sz="1600" b="0"/>
            </a:lvl2pPr>
            <a:lvl3pPr rtl="0">
              <a:buNone/>
              <a:defRPr sz="1600" b="0"/>
            </a:lvl3pPr>
            <a:lvl4pPr rtl="0">
              <a:buNone/>
              <a:defRPr sz="1600" b="0"/>
            </a:lvl4pPr>
            <a:lvl5pPr rtl="0">
              <a:buNone/>
              <a:defRPr sz="1600" b="0"/>
            </a:lvl5pPr>
          </a:lstStyle>
          <a:p>
            <a:pPr lvl="0">
              <a:defRPr>
                <a:latin typeface="Quicksand"/>
              </a:defRPr>
            </a:pPr>
            <a:endParaRPr/>
          </a:p>
          <a:p>
            <a:pPr lvl="1">
              <a:defRPr>
                <a:latin typeface="Quicksand"/>
              </a:defRPr>
            </a:pPr>
            <a:endParaRPr/>
          </a:p>
          <a:p>
            <a:pPr lvl="2">
              <a:defRPr>
                <a:latin typeface="Quicksand"/>
              </a:defRPr>
            </a:pPr>
            <a:endParaRPr/>
          </a:p>
          <a:p>
            <a:pPr lvl="3">
              <a:defRPr>
                <a:latin typeface="Quicksand"/>
              </a:defRPr>
            </a:pPr>
            <a:endParaRPr/>
          </a:p>
          <a:p>
            <a:pPr lvl="4">
              <a:defRPr>
                <a:latin typeface="Quicksand"/>
              </a:defRPr>
            </a:pPr>
            <a:endParaRPr lang="en-US"/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7258235F-D86C-AC83-38F6-7E91424FE26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 rot="19842660">
            <a:off x="641887" y="1682050"/>
            <a:ext cx="2510748" cy="2189056"/>
          </a:xfrm>
          <a:custGeom>
            <a:avLst/>
            <a:gdLst>
              <a:gd name="csX0" fmla="*/ 0 w 3800692"/>
              <a:gd name="csY0" fmla="*/ 1588299 h 3176598"/>
              <a:gd name="csX1" fmla="*/ 914860 w 3800692"/>
              <a:gd name="csY1" fmla="*/ 1 h 3176598"/>
              <a:gd name="csX2" fmla="*/ 2885832 w 3800692"/>
              <a:gd name="csY2" fmla="*/ 1 h 3176598"/>
              <a:gd name="csX3" fmla="*/ 3800692 w 3800692"/>
              <a:gd name="csY3" fmla="*/ 1588299 h 3176598"/>
              <a:gd name="csX4" fmla="*/ 2885832 w 3800692"/>
              <a:gd name="csY4" fmla="*/ 3176597 h 3176598"/>
              <a:gd name="csX5" fmla="*/ 914860 w 3800692"/>
              <a:gd name="csY5" fmla="*/ 3176597 h 3176598"/>
              <a:gd name="csX6" fmla="*/ 0 w 3800692"/>
              <a:gd name="csY6" fmla="*/ 1588299 h 3176598"/>
              <a:gd name="csX0" fmla="*/ 0 w 3800692"/>
              <a:gd name="csY0" fmla="*/ 1588298 h 3176596"/>
              <a:gd name="csX1" fmla="*/ 914860 w 3800692"/>
              <a:gd name="csY1" fmla="*/ 0 h 3176596"/>
              <a:gd name="csX2" fmla="*/ 2798383 w 3800692"/>
              <a:gd name="csY2" fmla="*/ 19138 h 3176596"/>
              <a:gd name="csX3" fmla="*/ 3800692 w 3800692"/>
              <a:gd name="csY3" fmla="*/ 1588298 h 3176596"/>
              <a:gd name="csX4" fmla="*/ 2885832 w 3800692"/>
              <a:gd name="csY4" fmla="*/ 3176596 h 3176596"/>
              <a:gd name="csX5" fmla="*/ 914860 w 3800692"/>
              <a:gd name="csY5" fmla="*/ 3176596 h 3176596"/>
              <a:gd name="csX6" fmla="*/ 0 w 3800692"/>
              <a:gd name="csY6" fmla="*/ 1588298 h 3176596"/>
              <a:gd name="csX0" fmla="*/ 0 w 3800692"/>
              <a:gd name="csY0" fmla="*/ 1588298 h 3176596"/>
              <a:gd name="csX1" fmla="*/ 914860 w 3800692"/>
              <a:gd name="csY1" fmla="*/ 0 h 3176596"/>
              <a:gd name="csX2" fmla="*/ 2798383 w 3800692"/>
              <a:gd name="csY2" fmla="*/ 19138 h 3176596"/>
              <a:gd name="csX3" fmla="*/ 3800692 w 3800692"/>
              <a:gd name="csY3" fmla="*/ 1588298 h 3176596"/>
              <a:gd name="csX4" fmla="*/ 2885832 w 3800692"/>
              <a:gd name="csY4" fmla="*/ 3176596 h 3176596"/>
              <a:gd name="csX5" fmla="*/ 1029824 w 3800692"/>
              <a:gd name="csY5" fmla="*/ 3138797 h 3176596"/>
              <a:gd name="csX6" fmla="*/ 0 w 3800692"/>
              <a:gd name="csY6" fmla="*/ 1588298 h 3176596"/>
              <a:gd name="csX0" fmla="*/ 0 w 3746451"/>
              <a:gd name="csY0" fmla="*/ 1567580 h 3176596"/>
              <a:gd name="csX1" fmla="*/ 860619 w 3746451"/>
              <a:gd name="csY1" fmla="*/ 0 h 3176596"/>
              <a:gd name="csX2" fmla="*/ 2744142 w 3746451"/>
              <a:gd name="csY2" fmla="*/ 19138 h 3176596"/>
              <a:gd name="csX3" fmla="*/ 3746451 w 3746451"/>
              <a:gd name="csY3" fmla="*/ 1588298 h 3176596"/>
              <a:gd name="csX4" fmla="*/ 2831591 w 3746451"/>
              <a:gd name="csY4" fmla="*/ 3176596 h 3176596"/>
              <a:gd name="csX5" fmla="*/ 975583 w 3746451"/>
              <a:gd name="csY5" fmla="*/ 3138797 h 3176596"/>
              <a:gd name="csX6" fmla="*/ 0 w 3746451"/>
              <a:gd name="csY6" fmla="*/ 1567580 h 3176596"/>
              <a:gd name="csX0" fmla="*/ 0 w 3748508"/>
              <a:gd name="csY0" fmla="*/ 1567580 h 3176596"/>
              <a:gd name="csX1" fmla="*/ 860619 w 3748508"/>
              <a:gd name="csY1" fmla="*/ 0 h 3176596"/>
              <a:gd name="csX2" fmla="*/ 2744142 w 3748508"/>
              <a:gd name="csY2" fmla="*/ 19138 h 3176596"/>
              <a:gd name="csX3" fmla="*/ 3748508 w 3748508"/>
              <a:gd name="csY3" fmla="*/ 1615024 h 3176596"/>
              <a:gd name="csX4" fmla="*/ 2831591 w 3748508"/>
              <a:gd name="csY4" fmla="*/ 3176596 h 3176596"/>
              <a:gd name="csX5" fmla="*/ 975583 w 3748508"/>
              <a:gd name="csY5" fmla="*/ 3138797 h 3176596"/>
              <a:gd name="csX6" fmla="*/ 0 w 3748508"/>
              <a:gd name="csY6" fmla="*/ 1567580 h 3176596"/>
              <a:gd name="csX0" fmla="*/ 0 w 3748508"/>
              <a:gd name="csY0" fmla="*/ 1567580 h 3194781"/>
              <a:gd name="csX1" fmla="*/ 860619 w 3748508"/>
              <a:gd name="csY1" fmla="*/ 0 h 3194781"/>
              <a:gd name="csX2" fmla="*/ 2744142 w 3748508"/>
              <a:gd name="csY2" fmla="*/ 19138 h 3194781"/>
              <a:gd name="csX3" fmla="*/ 3748508 w 3748508"/>
              <a:gd name="csY3" fmla="*/ 1615024 h 3194781"/>
              <a:gd name="csX4" fmla="*/ 2864011 w 3748508"/>
              <a:gd name="csY4" fmla="*/ 3194781 h 3194781"/>
              <a:gd name="csX5" fmla="*/ 975583 w 3748508"/>
              <a:gd name="csY5" fmla="*/ 3138797 h 3194781"/>
              <a:gd name="csX6" fmla="*/ 0 w 3748508"/>
              <a:gd name="csY6" fmla="*/ 1567580 h 3194781"/>
              <a:gd name="csX0" fmla="*/ 0 w 3748508"/>
              <a:gd name="csY0" fmla="*/ 1567580 h 3171693"/>
              <a:gd name="csX1" fmla="*/ 860619 w 3748508"/>
              <a:gd name="csY1" fmla="*/ 0 h 3171693"/>
              <a:gd name="csX2" fmla="*/ 2744142 w 3748508"/>
              <a:gd name="csY2" fmla="*/ 19138 h 3171693"/>
              <a:gd name="csX3" fmla="*/ 3748508 w 3748508"/>
              <a:gd name="csY3" fmla="*/ 1615024 h 3171693"/>
              <a:gd name="csX4" fmla="*/ 2868438 w 3748508"/>
              <a:gd name="csY4" fmla="*/ 3171693 h 3171693"/>
              <a:gd name="csX5" fmla="*/ 975583 w 3748508"/>
              <a:gd name="csY5" fmla="*/ 3138797 h 3171693"/>
              <a:gd name="csX6" fmla="*/ 0 w 3748508"/>
              <a:gd name="csY6" fmla="*/ 1567580 h 31716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748508" h="3171693">
                <a:moveTo>
                  <a:pt x="0" y="1567580"/>
                </a:moveTo>
                <a:lnTo>
                  <a:pt x="860619" y="0"/>
                </a:lnTo>
                <a:lnTo>
                  <a:pt x="2744142" y="19138"/>
                </a:lnTo>
                <a:lnTo>
                  <a:pt x="3748508" y="1615024"/>
                </a:lnTo>
                <a:lnTo>
                  <a:pt x="2868438" y="3171693"/>
                </a:lnTo>
                <a:lnTo>
                  <a:pt x="975583" y="3138797"/>
                </a:lnTo>
                <a:lnTo>
                  <a:pt x="0" y="156758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pPr>
              <a:defRPr>
                <a:latin typeface="Quicksand"/>
              </a:defRPr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9487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0737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- Oxbloo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 header 35080A">
            <a:extLst>
              <a:ext uri="{FF2B5EF4-FFF2-40B4-BE49-F238E27FC236}">
                <a16:creationId xmlns:a16="http://schemas.microsoft.com/office/drawing/2014/main" id="{1AAB551D-3900-6B08-3BC4-935C0A9D8D49}"/>
              </a:ext>
            </a:extLst>
          </p:cNvPr>
          <p:cNvSpPr/>
          <p:nvPr userDrawn="1"/>
        </p:nvSpPr>
        <p:spPr>
          <a:xfrm>
            <a:off x="0" y="0"/>
            <a:ext cx="12191695" cy="859536"/>
          </a:xfrm>
          <a:prstGeom prst="rect">
            <a:avLst/>
          </a:prstGeom>
          <a:solidFill>
            <a:srgbClr val="35080A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577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 - Fore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rand header 213508">
            <a:extLst>
              <a:ext uri="{FF2B5EF4-FFF2-40B4-BE49-F238E27FC236}">
                <a16:creationId xmlns:a16="http://schemas.microsoft.com/office/drawing/2014/main" id="{1AAB551D-3900-6B08-3BC4-935C0A9D8D49}"/>
              </a:ext>
            </a:extLst>
          </p:cNvPr>
          <p:cNvSpPr/>
          <p:nvPr userDrawn="1"/>
        </p:nvSpPr>
        <p:spPr>
          <a:xfrm>
            <a:off x="0" y="0"/>
            <a:ext cx="12191695" cy="859536"/>
          </a:xfrm>
          <a:prstGeom prst="rect">
            <a:avLst/>
          </a:prstGeom>
          <a:solidFill>
            <a:srgbClr val="213508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00AC0E-F4C6-C9AF-1ABF-029F9C3C954B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lstStyle/>
          <a:p>
            <a:pPr>
              <a:defRPr>
                <a:latin typeface="Quicksand"/>
              </a:defRP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215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Hero Slide 2">
    <p:bg>
      <p:bgPr>
        <a:solidFill>
          <a:srgbClr val="1C08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50542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 - Forest">
    <p:bg>
      <p:bgPr>
        <a:solidFill>
          <a:srgbClr val="2135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rand header 213508">
            <a:extLst>
              <a:ext uri="{FF2B5EF4-FFF2-40B4-BE49-F238E27FC236}">
                <a16:creationId xmlns:a16="http://schemas.microsoft.com/office/drawing/2014/main" id="{1AAB551D-3900-6B08-3BC4-935C0A9D8D49}"/>
              </a:ext>
            </a:extLst>
          </p:cNvPr>
          <p:cNvSpPr/>
          <p:nvPr userDrawn="1"/>
        </p:nvSpPr>
        <p:spPr>
          <a:xfrm>
            <a:off x="0" y="0"/>
            <a:ext cx="12191695" cy="859536"/>
          </a:xfrm>
          <a:prstGeom prst="rect">
            <a:avLst/>
          </a:prstGeom>
          <a:solidFill>
            <a:srgbClr val="213508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720E87-9BE1-725A-231A-AC97D0743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4504" y="1987859"/>
            <a:ext cx="9808906" cy="1652694"/>
          </a:xfrm>
          <a:prstGeom prst="rect">
            <a:avLst/>
          </a:prstGeom>
          <a:noFill/>
          <a:ln>
            <a:noFill/>
          </a:ln>
          <a:effectLst/>
        </p:spPr>
        <p:txBody>
          <a:bodyPr anchor="t">
            <a:normAutofit/>
          </a:bodyPr>
          <a:lstStyle>
            <a:lvl1pPr>
              <a:defRPr sz="3600">
                <a:solidFill>
                  <a:schemeClr val="bg1"/>
                </a:solidFill>
                <a:effectLst/>
              </a:defRPr>
            </a:lvl1pPr>
          </a:lstStyle>
          <a:p>
            <a:pPr>
              <a:defRPr>
                <a:latin typeface="Quicksand"/>
              </a:defRP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81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eedback and Q&amp;A - Deep Teal">
    <p:bg>
      <p:bgPr>
        <a:solidFill>
          <a:srgbClr val="083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rand header 083533">
            <a:extLst>
              <a:ext uri="{FF2B5EF4-FFF2-40B4-BE49-F238E27FC236}">
                <a16:creationId xmlns:a16="http://schemas.microsoft.com/office/drawing/2014/main" id="{1AAB551D-3900-6B08-3BC4-935C0A9D8D49}"/>
              </a:ext>
            </a:extLst>
          </p:cNvPr>
          <p:cNvSpPr/>
          <p:nvPr userDrawn="1"/>
        </p:nvSpPr>
        <p:spPr>
          <a:xfrm>
            <a:off x="0" y="0"/>
            <a:ext cx="12191695" cy="859536"/>
          </a:xfrm>
          <a:prstGeom prst="rect">
            <a:avLst/>
          </a:prstGeom>
          <a:solidFill>
            <a:srgbClr val="083533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0772D4-0BA5-139F-D73C-3DC4B18C68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994" y="881925"/>
            <a:ext cx="9008966" cy="1090879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pPr>
              <a:defRPr>
                <a:latin typeface="Quicksand"/>
              </a:defRPr>
            </a:pP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960914-4100-F5CC-0884-AB43DE8074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3994" y="1972804"/>
            <a:ext cx="9008966" cy="127083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normAutofit/>
          </a:bodyPr>
          <a:lstStyle>
            <a:lvl1pPr marL="0" indent="0" algn="l">
              <a:buNone/>
              <a:defRPr sz="24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>
                <a:latin typeface="Quicksand"/>
              </a:defRP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32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4.png"/><Relationship Id="rId26" Type="http://schemas.openxmlformats.org/officeDocument/2006/relationships/image" Target="../media/image12.png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7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5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20" Type="http://schemas.openxmlformats.org/officeDocument/2006/relationships/image" Target="../media/image6.png"/><Relationship Id="rId29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0.png"/><Relationship Id="rId32" Type="http://schemas.openxmlformats.org/officeDocument/2006/relationships/image" Target="../media/image18.pn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23" Type="http://schemas.openxmlformats.org/officeDocument/2006/relationships/image" Target="../media/image9.png"/><Relationship Id="rId28" Type="http://schemas.openxmlformats.org/officeDocument/2006/relationships/image" Target="../media/image14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5.png"/><Relationship Id="rId31" Type="http://schemas.openxmlformats.org/officeDocument/2006/relationships/image" Target="../media/image17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22" Type="http://schemas.openxmlformats.org/officeDocument/2006/relationships/image" Target="../media/image8.png"/><Relationship Id="rId27" Type="http://schemas.openxmlformats.org/officeDocument/2006/relationships/image" Target="../media/image13.png"/><Relationship Id="rId30" Type="http://schemas.openxmlformats.org/officeDocument/2006/relationships/image" Target="../media/image1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0" y="5478348"/>
            <a:ext cx="12193193" cy="1379651"/>
          </a:xfrm>
          <a:prstGeom prst="rect">
            <a:avLst/>
          </a:prstGeom>
        </p:spPr>
      </p:pic>
      <p:pic>
        <p:nvPicPr>
          <p:cNvPr id="17" name="bg object 17"/>
          <p:cNvPicPr/>
          <p:nvPr userDrawn="1"/>
        </p:nvPicPr>
        <p:blipFill>
          <a:blip r:embed="rId16" cstate="print"/>
          <a:stretch>
            <a:fillRect/>
          </a:stretch>
        </p:blipFill>
        <p:spPr>
          <a:xfrm>
            <a:off x="4189348" y="5478348"/>
            <a:ext cx="4895253" cy="1379651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540005" y="5823783"/>
            <a:ext cx="612775" cy="588010"/>
          </a:xfrm>
          <a:custGeom>
            <a:avLst/>
            <a:gdLst/>
            <a:ahLst/>
            <a:cxnLst/>
            <a:rect l="l" t="t" r="r" b="b"/>
            <a:pathLst>
              <a:path w="612775" h="588010">
                <a:moveTo>
                  <a:pt x="306108" y="0"/>
                </a:moveTo>
                <a:lnTo>
                  <a:pt x="256436" y="3846"/>
                </a:lnTo>
                <a:lnTo>
                  <a:pt x="209323" y="14981"/>
                </a:lnTo>
                <a:lnTo>
                  <a:pt x="165398" y="32800"/>
                </a:lnTo>
                <a:lnTo>
                  <a:pt x="125290" y="56698"/>
                </a:lnTo>
                <a:lnTo>
                  <a:pt x="89627" y="86069"/>
                </a:lnTo>
                <a:lnTo>
                  <a:pt x="59038" y="120308"/>
                </a:lnTo>
                <a:lnTo>
                  <a:pt x="34152" y="158810"/>
                </a:lnTo>
                <a:lnTo>
                  <a:pt x="15597" y="200969"/>
                </a:lnTo>
                <a:lnTo>
                  <a:pt x="4004" y="246181"/>
                </a:lnTo>
                <a:lnTo>
                  <a:pt x="0" y="293839"/>
                </a:lnTo>
                <a:lnTo>
                  <a:pt x="4004" y="341498"/>
                </a:lnTo>
                <a:lnTo>
                  <a:pt x="15597" y="386710"/>
                </a:lnTo>
                <a:lnTo>
                  <a:pt x="34152" y="428869"/>
                </a:lnTo>
                <a:lnTo>
                  <a:pt x="59038" y="467371"/>
                </a:lnTo>
                <a:lnTo>
                  <a:pt x="89627" y="501610"/>
                </a:lnTo>
                <a:lnTo>
                  <a:pt x="125290" y="530981"/>
                </a:lnTo>
                <a:lnTo>
                  <a:pt x="165398" y="554879"/>
                </a:lnTo>
                <a:lnTo>
                  <a:pt x="209323" y="572698"/>
                </a:lnTo>
                <a:lnTo>
                  <a:pt x="256436" y="583833"/>
                </a:lnTo>
                <a:lnTo>
                  <a:pt x="306108" y="587679"/>
                </a:lnTo>
                <a:lnTo>
                  <a:pt x="355780" y="583833"/>
                </a:lnTo>
                <a:lnTo>
                  <a:pt x="402893" y="572698"/>
                </a:lnTo>
                <a:lnTo>
                  <a:pt x="446820" y="554879"/>
                </a:lnTo>
                <a:lnTo>
                  <a:pt x="486930" y="530981"/>
                </a:lnTo>
                <a:lnTo>
                  <a:pt x="522595" y="501610"/>
                </a:lnTo>
                <a:lnTo>
                  <a:pt x="553186" y="467371"/>
                </a:lnTo>
                <a:lnTo>
                  <a:pt x="578074" y="428869"/>
                </a:lnTo>
                <a:lnTo>
                  <a:pt x="596629" y="386710"/>
                </a:lnTo>
                <a:lnTo>
                  <a:pt x="608224" y="341498"/>
                </a:lnTo>
                <a:lnTo>
                  <a:pt x="612228" y="293839"/>
                </a:lnTo>
                <a:lnTo>
                  <a:pt x="608224" y="246181"/>
                </a:lnTo>
                <a:lnTo>
                  <a:pt x="596629" y="200969"/>
                </a:lnTo>
                <a:lnTo>
                  <a:pt x="578074" y="158810"/>
                </a:lnTo>
                <a:lnTo>
                  <a:pt x="553186" y="120308"/>
                </a:lnTo>
                <a:lnTo>
                  <a:pt x="522595" y="86069"/>
                </a:lnTo>
                <a:lnTo>
                  <a:pt x="486930" y="56698"/>
                </a:lnTo>
                <a:lnTo>
                  <a:pt x="446820" y="32800"/>
                </a:lnTo>
                <a:lnTo>
                  <a:pt x="402893" y="14981"/>
                </a:lnTo>
                <a:lnTo>
                  <a:pt x="355780" y="3846"/>
                </a:lnTo>
                <a:lnTo>
                  <a:pt x="306108" y="0"/>
                </a:lnTo>
                <a:close/>
              </a:path>
            </a:pathLst>
          </a:custGeom>
          <a:solidFill>
            <a:srgbClr val="008C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682855" y="5899144"/>
            <a:ext cx="328295" cy="436880"/>
          </a:xfrm>
          <a:custGeom>
            <a:avLst/>
            <a:gdLst/>
            <a:ahLst/>
            <a:cxnLst/>
            <a:rect l="l" t="t" r="r" b="b"/>
            <a:pathLst>
              <a:path w="328294" h="436879">
                <a:moveTo>
                  <a:pt x="49604" y="348094"/>
                </a:moveTo>
                <a:lnTo>
                  <a:pt x="18667" y="400875"/>
                </a:lnTo>
                <a:lnTo>
                  <a:pt x="87774" y="427629"/>
                </a:lnTo>
                <a:lnTo>
                  <a:pt x="161300" y="436714"/>
                </a:lnTo>
                <a:lnTo>
                  <a:pt x="167930" y="436714"/>
                </a:lnTo>
                <a:lnTo>
                  <a:pt x="218976" y="428073"/>
                </a:lnTo>
                <a:lnTo>
                  <a:pt x="263132" y="405363"/>
                </a:lnTo>
                <a:lnTo>
                  <a:pt x="292801" y="376072"/>
                </a:lnTo>
                <a:lnTo>
                  <a:pt x="164488" y="376072"/>
                </a:lnTo>
                <a:lnTo>
                  <a:pt x="134625" y="374669"/>
                </a:lnTo>
                <a:lnTo>
                  <a:pt x="105293" y="369446"/>
                </a:lnTo>
                <a:lnTo>
                  <a:pt x="76838" y="360541"/>
                </a:lnTo>
                <a:lnTo>
                  <a:pt x="49604" y="348094"/>
                </a:lnTo>
                <a:close/>
              </a:path>
              <a:path w="328294" h="436879">
                <a:moveTo>
                  <a:pt x="171117" y="125679"/>
                </a:moveTo>
                <a:lnTo>
                  <a:pt x="161542" y="125679"/>
                </a:lnTo>
                <a:lnTo>
                  <a:pt x="149727" y="128450"/>
                </a:lnTo>
                <a:lnTo>
                  <a:pt x="140307" y="135318"/>
                </a:lnTo>
                <a:lnTo>
                  <a:pt x="134202" y="145224"/>
                </a:lnTo>
                <a:lnTo>
                  <a:pt x="132332" y="157111"/>
                </a:lnTo>
                <a:lnTo>
                  <a:pt x="135103" y="168921"/>
                </a:lnTo>
                <a:lnTo>
                  <a:pt x="141969" y="178341"/>
                </a:lnTo>
                <a:lnTo>
                  <a:pt x="151872" y="184449"/>
                </a:lnTo>
                <a:lnTo>
                  <a:pt x="163751" y="186321"/>
                </a:lnTo>
                <a:lnTo>
                  <a:pt x="165720" y="186321"/>
                </a:lnTo>
                <a:lnTo>
                  <a:pt x="203854" y="193651"/>
                </a:lnTo>
                <a:lnTo>
                  <a:pt x="235154" y="213661"/>
                </a:lnTo>
                <a:lnTo>
                  <a:pt x="256467" y="243382"/>
                </a:lnTo>
                <a:lnTo>
                  <a:pt x="264640" y="279844"/>
                </a:lnTo>
                <a:lnTo>
                  <a:pt x="257388" y="316834"/>
                </a:lnTo>
                <a:lnTo>
                  <a:pt x="236629" y="347289"/>
                </a:lnTo>
                <a:lnTo>
                  <a:pt x="205513" y="368078"/>
                </a:lnTo>
                <a:lnTo>
                  <a:pt x="167193" y="376072"/>
                </a:lnTo>
                <a:lnTo>
                  <a:pt x="292801" y="376072"/>
                </a:lnTo>
                <a:lnTo>
                  <a:pt x="297746" y="371189"/>
                </a:lnTo>
                <a:lnTo>
                  <a:pt x="320164" y="328156"/>
                </a:lnTo>
                <a:lnTo>
                  <a:pt x="327584" y="279844"/>
                </a:lnTo>
                <a:lnTo>
                  <a:pt x="327697" y="279107"/>
                </a:lnTo>
                <a:lnTo>
                  <a:pt x="327734" y="278866"/>
                </a:lnTo>
                <a:lnTo>
                  <a:pt x="327934" y="278866"/>
                </a:lnTo>
                <a:lnTo>
                  <a:pt x="320096" y="233346"/>
                </a:lnTo>
                <a:lnTo>
                  <a:pt x="299382" y="193158"/>
                </a:lnTo>
                <a:lnTo>
                  <a:pt x="268028" y="160582"/>
                </a:lnTo>
                <a:lnTo>
                  <a:pt x="228225" y="137655"/>
                </a:lnTo>
                <a:lnTo>
                  <a:pt x="182166" y="126415"/>
                </a:lnTo>
                <a:lnTo>
                  <a:pt x="176756" y="125933"/>
                </a:lnTo>
                <a:lnTo>
                  <a:pt x="171117" y="125679"/>
                </a:lnTo>
                <a:close/>
              </a:path>
              <a:path w="328294" h="436879">
                <a:moveTo>
                  <a:pt x="161783" y="0"/>
                </a:moveTo>
                <a:lnTo>
                  <a:pt x="158354" y="0"/>
                </a:lnTo>
                <a:lnTo>
                  <a:pt x="126813" y="3254"/>
                </a:lnTo>
                <a:lnTo>
                  <a:pt x="69080" y="27165"/>
                </a:lnTo>
                <a:lnTo>
                  <a:pt x="15532" y="85957"/>
                </a:lnTo>
                <a:lnTo>
                  <a:pt x="696" y="130277"/>
                </a:lnTo>
                <a:lnTo>
                  <a:pt x="292" y="157111"/>
                </a:lnTo>
                <a:lnTo>
                  <a:pt x="240" y="160582"/>
                </a:lnTo>
                <a:lnTo>
                  <a:pt x="115" y="168921"/>
                </a:lnTo>
                <a:lnTo>
                  <a:pt x="0" y="176564"/>
                </a:lnTo>
                <a:lnTo>
                  <a:pt x="13501" y="221296"/>
                </a:lnTo>
                <a:lnTo>
                  <a:pt x="41260" y="260946"/>
                </a:lnTo>
                <a:lnTo>
                  <a:pt x="72356" y="285993"/>
                </a:lnTo>
                <a:lnTo>
                  <a:pt x="129628" y="308262"/>
                </a:lnTo>
                <a:lnTo>
                  <a:pt x="160564" y="311023"/>
                </a:lnTo>
                <a:lnTo>
                  <a:pt x="160805" y="311518"/>
                </a:lnTo>
                <a:lnTo>
                  <a:pt x="163015" y="311518"/>
                </a:lnTo>
                <a:lnTo>
                  <a:pt x="174857" y="309466"/>
                </a:lnTo>
                <a:lnTo>
                  <a:pt x="184676" y="303229"/>
                </a:lnTo>
                <a:lnTo>
                  <a:pt x="191459" y="293771"/>
                </a:lnTo>
                <a:lnTo>
                  <a:pt x="194193" y="282054"/>
                </a:lnTo>
                <a:lnTo>
                  <a:pt x="192142" y="270212"/>
                </a:lnTo>
                <a:lnTo>
                  <a:pt x="185905" y="260392"/>
                </a:lnTo>
                <a:lnTo>
                  <a:pt x="176446" y="253609"/>
                </a:lnTo>
                <a:lnTo>
                  <a:pt x="164729" y="250875"/>
                </a:lnTo>
                <a:lnTo>
                  <a:pt x="160805" y="250875"/>
                </a:lnTo>
                <a:lnTo>
                  <a:pt x="141882" y="249109"/>
                </a:lnTo>
                <a:lnTo>
                  <a:pt x="91819" y="223875"/>
                </a:lnTo>
                <a:lnTo>
                  <a:pt x="61939" y="159899"/>
                </a:lnTo>
                <a:lnTo>
                  <a:pt x="66954" y="126415"/>
                </a:lnTo>
                <a:lnTo>
                  <a:pt x="67064" y="125679"/>
                </a:lnTo>
                <a:lnTo>
                  <a:pt x="67180" y="124906"/>
                </a:lnTo>
                <a:lnTo>
                  <a:pt x="86180" y="93522"/>
                </a:lnTo>
                <a:lnTo>
                  <a:pt x="87412" y="92303"/>
                </a:lnTo>
                <a:lnTo>
                  <a:pt x="88631" y="90830"/>
                </a:lnTo>
                <a:lnTo>
                  <a:pt x="121835" y="68521"/>
                </a:lnTo>
                <a:lnTo>
                  <a:pt x="159332" y="60883"/>
                </a:lnTo>
                <a:lnTo>
                  <a:pt x="293239" y="60883"/>
                </a:lnTo>
                <a:lnTo>
                  <a:pt x="307846" y="35839"/>
                </a:lnTo>
                <a:lnTo>
                  <a:pt x="273220" y="19881"/>
                </a:lnTo>
                <a:lnTo>
                  <a:pt x="237029" y="8528"/>
                </a:lnTo>
                <a:lnTo>
                  <a:pt x="199730" y="1870"/>
                </a:lnTo>
                <a:lnTo>
                  <a:pt x="161783" y="0"/>
                </a:lnTo>
                <a:close/>
              </a:path>
              <a:path w="328294" h="436879">
                <a:moveTo>
                  <a:pt x="327934" y="278866"/>
                </a:moveTo>
                <a:lnTo>
                  <a:pt x="327734" y="278866"/>
                </a:lnTo>
                <a:lnTo>
                  <a:pt x="327975" y="279107"/>
                </a:lnTo>
                <a:lnTo>
                  <a:pt x="327934" y="278866"/>
                </a:lnTo>
                <a:close/>
              </a:path>
              <a:path w="328294" h="436879">
                <a:moveTo>
                  <a:pt x="293239" y="60883"/>
                </a:moveTo>
                <a:lnTo>
                  <a:pt x="162037" y="60883"/>
                </a:lnTo>
                <a:lnTo>
                  <a:pt x="191893" y="62287"/>
                </a:lnTo>
                <a:lnTo>
                  <a:pt x="221222" y="67510"/>
                </a:lnTo>
                <a:lnTo>
                  <a:pt x="249680" y="76414"/>
                </a:lnTo>
                <a:lnTo>
                  <a:pt x="276921" y="88861"/>
                </a:lnTo>
                <a:lnTo>
                  <a:pt x="293239" y="6088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232018" y="5841705"/>
            <a:ext cx="303411" cy="21429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558022" y="5905035"/>
            <a:ext cx="129362" cy="151218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709229" y="5859372"/>
            <a:ext cx="101879" cy="196875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831974" y="5838266"/>
            <a:ext cx="129616" cy="215531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2036950" y="5842196"/>
            <a:ext cx="480663" cy="213810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2536996" y="5859372"/>
            <a:ext cx="225111" cy="197121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244775" y="6149046"/>
            <a:ext cx="174294" cy="212090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441408" y="6207464"/>
            <a:ext cx="262180" cy="153918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730344" y="6206972"/>
            <a:ext cx="94754" cy="151714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888675" y="6146831"/>
            <a:ext cx="185585" cy="214312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2105687" y="6206972"/>
            <a:ext cx="252354" cy="153925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2380879" y="6209924"/>
            <a:ext cx="129362" cy="151218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2545341" y="6207222"/>
            <a:ext cx="136740" cy="200075"/>
          </a:xfrm>
          <a:prstGeom prst="rect">
            <a:avLst/>
          </a:prstGeom>
        </p:spPr>
      </p:pic>
      <p:sp>
        <p:nvSpPr>
          <p:cNvPr id="36" name="bg object 36"/>
          <p:cNvSpPr/>
          <p:nvPr/>
        </p:nvSpPr>
        <p:spPr>
          <a:xfrm>
            <a:off x="9596551" y="5905741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208940" y="0"/>
                </a:moveTo>
                <a:lnTo>
                  <a:pt x="0" y="0"/>
                </a:lnTo>
                <a:lnTo>
                  <a:pt x="0" y="208940"/>
                </a:lnTo>
                <a:lnTo>
                  <a:pt x="208940" y="208940"/>
                </a:lnTo>
                <a:lnTo>
                  <a:pt x="208940" y="0"/>
                </a:lnTo>
                <a:close/>
              </a:path>
            </a:pathLst>
          </a:custGeom>
          <a:solidFill>
            <a:srgbClr val="F24F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9826866" y="5905741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208940" y="0"/>
                </a:moveTo>
                <a:lnTo>
                  <a:pt x="0" y="0"/>
                </a:lnTo>
                <a:lnTo>
                  <a:pt x="0" y="208940"/>
                </a:lnTo>
                <a:lnTo>
                  <a:pt x="208940" y="208940"/>
                </a:lnTo>
                <a:lnTo>
                  <a:pt x="208940" y="0"/>
                </a:lnTo>
                <a:close/>
              </a:path>
            </a:pathLst>
          </a:custGeom>
          <a:solidFill>
            <a:srgbClr val="7FBA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10167036" y="5974384"/>
            <a:ext cx="1486535" cy="287655"/>
          </a:xfrm>
          <a:custGeom>
            <a:avLst/>
            <a:gdLst/>
            <a:ahLst/>
            <a:cxnLst/>
            <a:rect l="l" t="t" r="r" b="b"/>
            <a:pathLst>
              <a:path w="1486534" h="287654">
                <a:moveTo>
                  <a:pt x="285242" y="19253"/>
                </a:moveTo>
                <a:lnTo>
                  <a:pt x="221919" y="19253"/>
                </a:lnTo>
                <a:lnTo>
                  <a:pt x="142824" y="213804"/>
                </a:lnTo>
                <a:lnTo>
                  <a:pt x="138836" y="204165"/>
                </a:lnTo>
                <a:lnTo>
                  <a:pt x="65722" y="19050"/>
                </a:lnTo>
                <a:lnTo>
                  <a:pt x="0" y="19050"/>
                </a:lnTo>
                <a:lnTo>
                  <a:pt x="203" y="19646"/>
                </a:lnTo>
                <a:lnTo>
                  <a:pt x="203" y="283121"/>
                </a:lnTo>
                <a:lnTo>
                  <a:pt x="43141" y="283121"/>
                </a:lnTo>
                <a:lnTo>
                  <a:pt x="43091" y="101053"/>
                </a:lnTo>
                <a:lnTo>
                  <a:pt x="43345" y="79768"/>
                </a:lnTo>
                <a:lnTo>
                  <a:pt x="45542" y="83769"/>
                </a:lnTo>
                <a:lnTo>
                  <a:pt x="125844" y="282917"/>
                </a:lnTo>
                <a:lnTo>
                  <a:pt x="158407" y="282727"/>
                </a:lnTo>
                <a:lnTo>
                  <a:pt x="177977" y="232905"/>
                </a:lnTo>
                <a:lnTo>
                  <a:pt x="237109" y="83769"/>
                </a:lnTo>
                <a:lnTo>
                  <a:pt x="239509" y="79578"/>
                </a:lnTo>
                <a:lnTo>
                  <a:pt x="239699" y="82575"/>
                </a:lnTo>
                <a:lnTo>
                  <a:pt x="239699" y="282727"/>
                </a:lnTo>
                <a:lnTo>
                  <a:pt x="285242" y="282727"/>
                </a:lnTo>
                <a:lnTo>
                  <a:pt x="285242" y="19253"/>
                </a:lnTo>
                <a:close/>
              </a:path>
              <a:path w="1486534" h="287654">
                <a:moveTo>
                  <a:pt x="377317" y="36410"/>
                </a:moveTo>
                <a:lnTo>
                  <a:pt x="353110" y="13258"/>
                </a:lnTo>
                <a:lnTo>
                  <a:pt x="346176" y="13462"/>
                </a:lnTo>
                <a:lnTo>
                  <a:pt x="337210" y="16256"/>
                </a:lnTo>
                <a:lnTo>
                  <a:pt x="329819" y="21983"/>
                </a:lnTo>
                <a:lnTo>
                  <a:pt x="324853" y="29845"/>
                </a:lnTo>
                <a:lnTo>
                  <a:pt x="323202" y="39027"/>
                </a:lnTo>
                <a:lnTo>
                  <a:pt x="324561" y="47790"/>
                </a:lnTo>
                <a:lnTo>
                  <a:pt x="329044" y="55359"/>
                </a:lnTo>
                <a:lnTo>
                  <a:pt x="335838" y="61048"/>
                </a:lnTo>
                <a:lnTo>
                  <a:pt x="344182" y="64198"/>
                </a:lnTo>
                <a:lnTo>
                  <a:pt x="352869" y="64706"/>
                </a:lnTo>
                <a:lnTo>
                  <a:pt x="361353" y="62699"/>
                </a:lnTo>
                <a:lnTo>
                  <a:pt x="368782" y="58305"/>
                </a:lnTo>
                <a:lnTo>
                  <a:pt x="374345" y="51612"/>
                </a:lnTo>
                <a:lnTo>
                  <a:pt x="377012" y="44246"/>
                </a:lnTo>
                <a:lnTo>
                  <a:pt x="377317" y="36410"/>
                </a:lnTo>
                <a:close/>
              </a:path>
              <a:path w="1486534" h="287654">
                <a:moveTo>
                  <a:pt x="1486166" y="93764"/>
                </a:moveTo>
                <a:lnTo>
                  <a:pt x="1441424" y="93764"/>
                </a:lnTo>
                <a:lnTo>
                  <a:pt x="1441424" y="37236"/>
                </a:lnTo>
                <a:lnTo>
                  <a:pt x="1396669" y="50825"/>
                </a:lnTo>
                <a:lnTo>
                  <a:pt x="1396669" y="93764"/>
                </a:lnTo>
                <a:lnTo>
                  <a:pt x="1330553" y="93764"/>
                </a:lnTo>
                <a:lnTo>
                  <a:pt x="1330426" y="76885"/>
                </a:lnTo>
                <a:lnTo>
                  <a:pt x="1330579" y="68427"/>
                </a:lnTo>
                <a:lnTo>
                  <a:pt x="1354721" y="36715"/>
                </a:lnTo>
                <a:lnTo>
                  <a:pt x="1363243" y="36880"/>
                </a:lnTo>
                <a:lnTo>
                  <a:pt x="1371638" y="38773"/>
                </a:lnTo>
                <a:lnTo>
                  <a:pt x="1379689" y="41833"/>
                </a:lnTo>
                <a:lnTo>
                  <a:pt x="1379689" y="3086"/>
                </a:lnTo>
                <a:lnTo>
                  <a:pt x="1362900" y="0"/>
                </a:lnTo>
                <a:lnTo>
                  <a:pt x="1345755" y="12"/>
                </a:lnTo>
                <a:lnTo>
                  <a:pt x="1329093" y="3492"/>
                </a:lnTo>
                <a:lnTo>
                  <a:pt x="1313776" y="10871"/>
                </a:lnTo>
                <a:lnTo>
                  <a:pt x="1313980" y="11468"/>
                </a:lnTo>
                <a:lnTo>
                  <a:pt x="1305229" y="18275"/>
                </a:lnTo>
                <a:lnTo>
                  <a:pt x="1286002" y="58077"/>
                </a:lnTo>
                <a:lnTo>
                  <a:pt x="1285214" y="94373"/>
                </a:lnTo>
                <a:lnTo>
                  <a:pt x="1253845" y="94373"/>
                </a:lnTo>
                <a:lnTo>
                  <a:pt x="1253845" y="130517"/>
                </a:lnTo>
                <a:lnTo>
                  <a:pt x="1285214" y="130517"/>
                </a:lnTo>
                <a:lnTo>
                  <a:pt x="1285214" y="282930"/>
                </a:lnTo>
                <a:lnTo>
                  <a:pt x="1330350" y="282930"/>
                </a:lnTo>
                <a:lnTo>
                  <a:pt x="1330350" y="130517"/>
                </a:lnTo>
                <a:lnTo>
                  <a:pt x="1396479" y="130517"/>
                </a:lnTo>
                <a:lnTo>
                  <a:pt x="1396479" y="227596"/>
                </a:lnTo>
                <a:lnTo>
                  <a:pt x="1397139" y="239052"/>
                </a:lnTo>
                <a:lnTo>
                  <a:pt x="1416583" y="277634"/>
                </a:lnTo>
                <a:lnTo>
                  <a:pt x="1455343" y="287337"/>
                </a:lnTo>
                <a:lnTo>
                  <a:pt x="1465859" y="286397"/>
                </a:lnTo>
                <a:lnTo>
                  <a:pt x="1476184" y="284226"/>
                </a:lnTo>
                <a:lnTo>
                  <a:pt x="1486166" y="280733"/>
                </a:lnTo>
                <a:lnTo>
                  <a:pt x="1486166" y="243586"/>
                </a:lnTo>
                <a:lnTo>
                  <a:pt x="1478089" y="247700"/>
                </a:lnTo>
                <a:lnTo>
                  <a:pt x="1469275" y="249897"/>
                </a:lnTo>
                <a:lnTo>
                  <a:pt x="1441335" y="219964"/>
                </a:lnTo>
                <a:lnTo>
                  <a:pt x="1441170" y="211150"/>
                </a:lnTo>
                <a:lnTo>
                  <a:pt x="1441221" y="130327"/>
                </a:lnTo>
                <a:lnTo>
                  <a:pt x="1474927" y="130263"/>
                </a:lnTo>
                <a:lnTo>
                  <a:pt x="1486166" y="130517"/>
                </a:lnTo>
                <a:lnTo>
                  <a:pt x="1486166" y="9376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9" name="bg object 39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0569737" y="6063396"/>
            <a:ext cx="148018" cy="197904"/>
          </a:xfrm>
          <a:prstGeom prst="rect">
            <a:avLst/>
          </a:prstGeom>
        </p:spPr>
      </p:pic>
      <p:pic>
        <p:nvPicPr>
          <p:cNvPr id="40" name="bg object 40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1077906" y="6063592"/>
            <a:ext cx="125504" cy="198112"/>
          </a:xfrm>
          <a:prstGeom prst="rect">
            <a:avLst/>
          </a:prstGeom>
        </p:spPr>
      </p:pic>
      <p:sp>
        <p:nvSpPr>
          <p:cNvPr id="41" name="bg object 41"/>
          <p:cNvSpPr/>
          <p:nvPr/>
        </p:nvSpPr>
        <p:spPr>
          <a:xfrm>
            <a:off x="10494429" y="6063462"/>
            <a:ext cx="563245" cy="198120"/>
          </a:xfrm>
          <a:custGeom>
            <a:avLst/>
            <a:gdLst/>
            <a:ahLst/>
            <a:cxnLst/>
            <a:rect l="l" t="t" r="r" b="b"/>
            <a:pathLst>
              <a:path w="563245" h="198120">
                <a:moveTo>
                  <a:pt x="44945" y="4686"/>
                </a:moveTo>
                <a:lnTo>
                  <a:pt x="0" y="4686"/>
                </a:lnTo>
                <a:lnTo>
                  <a:pt x="0" y="193446"/>
                </a:lnTo>
                <a:lnTo>
                  <a:pt x="44945" y="193446"/>
                </a:lnTo>
                <a:lnTo>
                  <a:pt x="44945" y="4686"/>
                </a:lnTo>
                <a:close/>
              </a:path>
              <a:path w="563245" h="198120">
                <a:moveTo>
                  <a:pt x="366141" y="4089"/>
                </a:moveTo>
                <a:lnTo>
                  <a:pt x="355600" y="1638"/>
                </a:lnTo>
                <a:lnTo>
                  <a:pt x="344716" y="1308"/>
                </a:lnTo>
                <a:lnTo>
                  <a:pt x="334060" y="3263"/>
                </a:lnTo>
                <a:lnTo>
                  <a:pt x="324192" y="7683"/>
                </a:lnTo>
                <a:lnTo>
                  <a:pt x="324396" y="7480"/>
                </a:lnTo>
                <a:lnTo>
                  <a:pt x="316611" y="13144"/>
                </a:lnTo>
                <a:lnTo>
                  <a:pt x="310235" y="20243"/>
                </a:lnTo>
                <a:lnTo>
                  <a:pt x="305092" y="28359"/>
                </a:lnTo>
                <a:lnTo>
                  <a:pt x="301015" y="37045"/>
                </a:lnTo>
                <a:lnTo>
                  <a:pt x="301015" y="4686"/>
                </a:lnTo>
                <a:lnTo>
                  <a:pt x="256476" y="4686"/>
                </a:lnTo>
                <a:lnTo>
                  <a:pt x="256476" y="193459"/>
                </a:lnTo>
                <a:lnTo>
                  <a:pt x="301015" y="193459"/>
                </a:lnTo>
                <a:lnTo>
                  <a:pt x="301040" y="93345"/>
                </a:lnTo>
                <a:lnTo>
                  <a:pt x="301904" y="83515"/>
                </a:lnTo>
                <a:lnTo>
                  <a:pt x="326529" y="44577"/>
                </a:lnTo>
                <a:lnTo>
                  <a:pt x="343560" y="41922"/>
                </a:lnTo>
                <a:lnTo>
                  <a:pt x="351459" y="43091"/>
                </a:lnTo>
                <a:lnTo>
                  <a:pt x="359067" y="45529"/>
                </a:lnTo>
                <a:lnTo>
                  <a:pt x="366141" y="49237"/>
                </a:lnTo>
                <a:lnTo>
                  <a:pt x="366141" y="4089"/>
                </a:lnTo>
                <a:close/>
              </a:path>
              <a:path w="563245" h="198120">
                <a:moveTo>
                  <a:pt x="562864" y="93154"/>
                </a:moveTo>
                <a:lnTo>
                  <a:pt x="561708" y="78486"/>
                </a:lnTo>
                <a:lnTo>
                  <a:pt x="561670" y="77990"/>
                </a:lnTo>
                <a:lnTo>
                  <a:pt x="558660" y="63131"/>
                </a:lnTo>
                <a:lnTo>
                  <a:pt x="537400" y="25336"/>
                </a:lnTo>
                <a:lnTo>
                  <a:pt x="516394" y="10287"/>
                </a:lnTo>
                <a:lnTo>
                  <a:pt x="516394" y="100939"/>
                </a:lnTo>
                <a:lnTo>
                  <a:pt x="515683" y="112382"/>
                </a:lnTo>
                <a:lnTo>
                  <a:pt x="515658" y="112699"/>
                </a:lnTo>
                <a:lnTo>
                  <a:pt x="513575" y="124244"/>
                </a:lnTo>
                <a:lnTo>
                  <a:pt x="509765" y="135318"/>
                </a:lnTo>
                <a:lnTo>
                  <a:pt x="509765" y="135521"/>
                </a:lnTo>
                <a:lnTo>
                  <a:pt x="478650" y="159842"/>
                </a:lnTo>
                <a:lnTo>
                  <a:pt x="469366" y="160934"/>
                </a:lnTo>
                <a:lnTo>
                  <a:pt x="460006" y="160604"/>
                </a:lnTo>
                <a:lnTo>
                  <a:pt x="422478" y="135521"/>
                </a:lnTo>
                <a:lnTo>
                  <a:pt x="415061" y="100266"/>
                </a:lnTo>
                <a:lnTo>
                  <a:pt x="415429" y="93154"/>
                </a:lnTo>
                <a:lnTo>
                  <a:pt x="415556" y="90779"/>
                </a:lnTo>
                <a:lnTo>
                  <a:pt x="415632" y="89179"/>
                </a:lnTo>
                <a:lnTo>
                  <a:pt x="415683" y="88176"/>
                </a:lnTo>
                <a:lnTo>
                  <a:pt x="417245" y="78486"/>
                </a:lnTo>
                <a:lnTo>
                  <a:pt x="417334" y="77990"/>
                </a:lnTo>
                <a:lnTo>
                  <a:pt x="417449" y="77279"/>
                </a:lnTo>
                <a:lnTo>
                  <a:pt x="439559" y="43954"/>
                </a:lnTo>
                <a:lnTo>
                  <a:pt x="462826" y="37045"/>
                </a:lnTo>
                <a:lnTo>
                  <a:pt x="473075" y="37338"/>
                </a:lnTo>
                <a:lnTo>
                  <a:pt x="507225" y="58280"/>
                </a:lnTo>
                <a:lnTo>
                  <a:pt x="516382" y="100266"/>
                </a:lnTo>
                <a:lnTo>
                  <a:pt x="516394" y="100939"/>
                </a:lnTo>
                <a:lnTo>
                  <a:pt x="516394" y="10287"/>
                </a:lnTo>
                <a:lnTo>
                  <a:pt x="513956" y="8877"/>
                </a:lnTo>
                <a:lnTo>
                  <a:pt x="498398" y="3429"/>
                </a:lnTo>
                <a:lnTo>
                  <a:pt x="482206" y="596"/>
                </a:lnTo>
                <a:lnTo>
                  <a:pt x="465709" y="0"/>
                </a:lnTo>
                <a:lnTo>
                  <a:pt x="449237" y="1282"/>
                </a:lnTo>
                <a:lnTo>
                  <a:pt x="402043" y="20815"/>
                </a:lnTo>
                <a:lnTo>
                  <a:pt x="375031" y="60185"/>
                </a:lnTo>
                <a:lnTo>
                  <a:pt x="369049" y="100266"/>
                </a:lnTo>
                <a:lnTo>
                  <a:pt x="368947" y="109220"/>
                </a:lnTo>
                <a:lnTo>
                  <a:pt x="385724" y="161290"/>
                </a:lnTo>
                <a:lnTo>
                  <a:pt x="422656" y="190563"/>
                </a:lnTo>
                <a:lnTo>
                  <a:pt x="464324" y="197942"/>
                </a:lnTo>
                <a:lnTo>
                  <a:pt x="477634" y="197269"/>
                </a:lnTo>
                <a:lnTo>
                  <a:pt x="519684" y="183921"/>
                </a:lnTo>
                <a:lnTo>
                  <a:pt x="550837" y="150876"/>
                </a:lnTo>
                <a:lnTo>
                  <a:pt x="562381" y="109220"/>
                </a:lnTo>
                <a:lnTo>
                  <a:pt x="562495" y="108356"/>
                </a:lnTo>
                <a:lnTo>
                  <a:pt x="562864" y="931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2" name="bg object 42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1223011" y="6063340"/>
            <a:ext cx="194085" cy="197680"/>
          </a:xfrm>
          <a:prstGeom prst="rect">
            <a:avLst/>
          </a:prstGeom>
        </p:spPr>
      </p:pic>
      <p:sp>
        <p:nvSpPr>
          <p:cNvPr id="43" name="bg object 43"/>
          <p:cNvSpPr/>
          <p:nvPr/>
        </p:nvSpPr>
        <p:spPr>
          <a:xfrm>
            <a:off x="9596551" y="6135852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208940" y="0"/>
                </a:moveTo>
                <a:lnTo>
                  <a:pt x="0" y="0"/>
                </a:lnTo>
                <a:lnTo>
                  <a:pt x="0" y="208940"/>
                </a:lnTo>
                <a:lnTo>
                  <a:pt x="208940" y="208940"/>
                </a:lnTo>
                <a:lnTo>
                  <a:pt x="208940" y="0"/>
                </a:lnTo>
                <a:close/>
              </a:path>
            </a:pathLst>
          </a:custGeom>
          <a:solidFill>
            <a:srgbClr val="03A3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bg object 44"/>
          <p:cNvSpPr/>
          <p:nvPr/>
        </p:nvSpPr>
        <p:spPr>
          <a:xfrm>
            <a:off x="9826866" y="6136055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208940" y="0"/>
                </a:moveTo>
                <a:lnTo>
                  <a:pt x="0" y="0"/>
                </a:lnTo>
                <a:lnTo>
                  <a:pt x="0" y="208940"/>
                </a:lnTo>
                <a:lnTo>
                  <a:pt x="208940" y="208940"/>
                </a:lnTo>
                <a:lnTo>
                  <a:pt x="208940" y="0"/>
                </a:lnTo>
                <a:close/>
              </a:path>
            </a:pathLst>
          </a:custGeom>
          <a:solidFill>
            <a:srgbClr val="FFBA0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27300" y="576732"/>
            <a:ext cx="3268345" cy="6496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0" i="0">
                <a:solidFill>
                  <a:srgbClr val="1BDBB0"/>
                </a:solidFill>
                <a:latin typeface="Krona One"/>
                <a:cs typeface="Krona On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88899" y="1422833"/>
            <a:ext cx="9679940" cy="3559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rgbClr val="008BEF"/>
                </a:solidFill>
                <a:latin typeface="Krona One"/>
                <a:cs typeface="Krona On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7439" y="6377940"/>
            <a:ext cx="3903472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917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82812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pic>
        <p:nvPicPr>
          <p:cNvPr id="8" name="Picture 7" descr="Meetup | Find Local Groups, Events, and Activities Near You">
            <a:extLst>
              <a:ext uri="{FF2B5EF4-FFF2-40B4-BE49-F238E27FC236}">
                <a16:creationId xmlns:a16="http://schemas.microsoft.com/office/drawing/2014/main" id="{C17B6652-1CD0-768E-1F0D-DEF0DCC6ADB8}"/>
              </a:ext>
            </a:extLst>
          </p:cNvPr>
          <p:cNvPicPr>
            <a:picLocks noChangeAspect="1"/>
          </p:cNvPicPr>
          <p:nvPr userDrawn="1"/>
        </p:nvPicPr>
        <p:blipFill>
          <a:blip r:embed="rId32"/>
          <a:stretch>
            <a:fillRect/>
          </a:stretch>
        </p:blipFill>
        <p:spPr>
          <a:xfrm>
            <a:off x="5116579" y="5831869"/>
            <a:ext cx="1889661" cy="51353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e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8.png"/><Relationship Id="rId4" Type="http://schemas.openxmlformats.org/officeDocument/2006/relationships/image" Target="../media/image4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F7F9AC-4314-8562-69FF-4059A68EEA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0819" y="1828800"/>
            <a:ext cx="9966960" cy="2240280"/>
          </a:xfrm>
          <a:noFill/>
          <a:ln>
            <a:noFill/>
          </a:ln>
        </p:spPr>
        <p:txBody>
          <a:bodyPr wrap="square" tIns="0" bIns="0">
            <a:noAutofit/>
          </a:bodyPr>
          <a:lstStyle/>
          <a:p>
            <a:pPr>
              <a:defRPr sz="3800" b="1">
                <a:solidFill>
                  <a:srgbClr val="FFFFFF"/>
                </a:solidFill>
                <a:latin typeface="Krona One"/>
              </a:defRPr>
            </a:pPr>
            <a:r>
              <a:rPr lang="en-GB" sz="3800" b="0">
                <a:solidFill>
                  <a:srgbClr val="FFFFFF"/>
                </a:solidFill>
                <a:latin typeface="Krona One"/>
              </a:rPr>
              <a:t>Human Hack:</a:t>
            </a:r>
          </a:p>
          <a:p>
            <a:pPr>
              <a:defRPr sz="3800" b="1">
                <a:solidFill>
                  <a:srgbClr val="FFFFFF"/>
                </a:solidFill>
                <a:latin typeface="Krona One"/>
              </a:defRPr>
            </a:pPr>
            <a:r>
              <a:rPr lang="en-GB" sz="3800" b="0">
                <a:solidFill>
                  <a:srgbClr val="FFFFFF"/>
                </a:solidFill>
                <a:latin typeface="Krona One"/>
              </a:rPr>
              <a:t>The Future of Consulting Culture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CFAEA5C-59D9-A7D6-6A57-1C98AD9799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0819" y="4389120"/>
            <a:ext cx="10424160" cy="594360"/>
          </a:xfrm>
          <a:noFill/>
          <a:ln>
            <a:noFill/>
          </a:ln>
        </p:spPr>
        <p:txBody>
          <a:bodyPr wrap="square" tIns="0" bIns="0">
            <a:noAutofit/>
          </a:bodyPr>
          <a:lstStyle/>
          <a:p>
            <a:pPr>
              <a:defRPr sz="1800">
                <a:solidFill>
                  <a:srgbClr val="FFFFFF"/>
                </a:solidFill>
                <a:latin typeface="Krona One"/>
              </a:defRPr>
            </a:pPr>
            <a:r>
              <a:rPr lang="nl-NL" sz="1800" b="0">
                <a:solidFill>
                  <a:srgbClr val="FFFFFF"/>
                </a:solidFill>
                <a:latin typeface="Krona One"/>
              </a:rPr>
              <a:t>Dan Barber // Areti Iles // Ian Tweedie</a:t>
            </a:r>
          </a:p>
        </p:txBody>
      </p:sp>
    </p:spTree>
    <p:extLst>
      <p:ext uri="{BB962C8B-B14F-4D97-AF65-F5344CB8AC3E}">
        <p14:creationId xmlns:p14="http://schemas.microsoft.com/office/powerpoint/2010/main" val="30379431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7300" y="576732"/>
            <a:ext cx="6863080" cy="1207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4660"/>
              </a:lnSpc>
              <a:spcBef>
                <a:spcPts val="90"/>
              </a:spcBef>
            </a:pPr>
            <a:r>
              <a:rPr dirty="0"/>
              <a:t>THANK</a:t>
            </a:r>
            <a:r>
              <a:rPr spc="-215" dirty="0"/>
              <a:t> </a:t>
            </a:r>
            <a:r>
              <a:rPr spc="-25" dirty="0"/>
              <a:t>YOU</a:t>
            </a:r>
          </a:p>
          <a:p>
            <a:pPr marL="12700">
              <a:lnSpc>
                <a:spcPts val="4660"/>
              </a:lnSpc>
            </a:pPr>
            <a:r>
              <a:rPr dirty="0"/>
              <a:t>TO</a:t>
            </a:r>
            <a:r>
              <a:rPr spc="-110" dirty="0"/>
              <a:t> </a:t>
            </a:r>
            <a:r>
              <a:rPr dirty="0"/>
              <a:t>OUR</a:t>
            </a:r>
            <a:r>
              <a:rPr spc="-105" dirty="0"/>
              <a:t> </a:t>
            </a:r>
            <a:r>
              <a:rPr spc="-10" dirty="0"/>
              <a:t>SPONSORS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9606328F-5D0E-DF96-A612-89E0A079CF28}"/>
              </a:ext>
            </a:extLst>
          </p:cNvPr>
          <p:cNvGrpSpPr/>
          <p:nvPr/>
        </p:nvGrpSpPr>
        <p:grpSpPr>
          <a:xfrm>
            <a:off x="1127755" y="2145443"/>
            <a:ext cx="1250925" cy="795870"/>
            <a:chOff x="1685416" y="2323084"/>
            <a:chExt cx="1250925" cy="79587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5416" y="2323084"/>
              <a:ext cx="672109" cy="79587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390864" y="2676181"/>
              <a:ext cx="540385" cy="203835"/>
            </a:xfrm>
            <a:custGeom>
              <a:avLst/>
              <a:gdLst/>
              <a:ahLst/>
              <a:cxnLst/>
              <a:rect l="l" t="t" r="r" b="b"/>
              <a:pathLst>
                <a:path w="540385" h="203835">
                  <a:moveTo>
                    <a:pt x="171665" y="91668"/>
                  </a:moveTo>
                  <a:lnTo>
                    <a:pt x="155282" y="32423"/>
                  </a:lnTo>
                  <a:lnTo>
                    <a:pt x="137490" y="15748"/>
                  </a:lnTo>
                  <a:lnTo>
                    <a:pt x="137490" y="82816"/>
                  </a:lnTo>
                  <a:lnTo>
                    <a:pt x="34175" y="82816"/>
                  </a:lnTo>
                  <a:lnTo>
                    <a:pt x="38747" y="63779"/>
                  </a:lnTo>
                  <a:lnTo>
                    <a:pt x="38811" y="63500"/>
                  </a:lnTo>
                  <a:lnTo>
                    <a:pt x="48958" y="44894"/>
                  </a:lnTo>
                  <a:lnTo>
                    <a:pt x="65265" y="30873"/>
                  </a:lnTo>
                  <a:lnTo>
                    <a:pt x="88442" y="25336"/>
                  </a:lnTo>
                  <a:lnTo>
                    <a:pt x="112953" y="31153"/>
                  </a:lnTo>
                  <a:lnTo>
                    <a:pt x="128054" y="45643"/>
                  </a:lnTo>
                  <a:lnTo>
                    <a:pt x="135597" y="64350"/>
                  </a:lnTo>
                  <a:lnTo>
                    <a:pt x="137490" y="82816"/>
                  </a:lnTo>
                  <a:lnTo>
                    <a:pt x="137490" y="15748"/>
                  </a:lnTo>
                  <a:lnTo>
                    <a:pt x="130619" y="9296"/>
                  </a:lnTo>
                  <a:lnTo>
                    <a:pt x="91249" y="0"/>
                  </a:lnTo>
                  <a:lnTo>
                    <a:pt x="53086" y="8140"/>
                  </a:lnTo>
                  <a:lnTo>
                    <a:pt x="24371" y="30454"/>
                  </a:lnTo>
                  <a:lnTo>
                    <a:pt x="6286" y="63779"/>
                  </a:lnTo>
                  <a:lnTo>
                    <a:pt x="63" y="104521"/>
                  </a:lnTo>
                  <a:lnTo>
                    <a:pt x="0" y="104927"/>
                  </a:lnTo>
                  <a:lnTo>
                    <a:pt x="6527" y="145021"/>
                  </a:lnTo>
                  <a:lnTo>
                    <a:pt x="25387" y="175996"/>
                  </a:lnTo>
                  <a:lnTo>
                    <a:pt x="55473" y="195948"/>
                  </a:lnTo>
                  <a:lnTo>
                    <a:pt x="95681" y="203022"/>
                  </a:lnTo>
                  <a:lnTo>
                    <a:pt x="117106" y="201930"/>
                  </a:lnTo>
                  <a:lnTo>
                    <a:pt x="134975" y="199110"/>
                  </a:lnTo>
                  <a:lnTo>
                    <a:pt x="149390" y="195224"/>
                  </a:lnTo>
                  <a:lnTo>
                    <a:pt x="160413" y="190969"/>
                  </a:lnTo>
                  <a:lnTo>
                    <a:pt x="156845" y="175996"/>
                  </a:lnTo>
                  <a:lnTo>
                    <a:pt x="156768" y="175679"/>
                  </a:lnTo>
                  <a:lnTo>
                    <a:pt x="154368" y="165633"/>
                  </a:lnTo>
                  <a:lnTo>
                    <a:pt x="143929" y="169583"/>
                  </a:lnTo>
                  <a:lnTo>
                    <a:pt x="131965" y="172770"/>
                  </a:lnTo>
                  <a:lnTo>
                    <a:pt x="117741" y="174904"/>
                  </a:lnTo>
                  <a:lnTo>
                    <a:pt x="100507" y="175679"/>
                  </a:lnTo>
                  <a:lnTo>
                    <a:pt x="75272" y="171856"/>
                  </a:lnTo>
                  <a:lnTo>
                    <a:pt x="54178" y="159854"/>
                  </a:lnTo>
                  <a:lnTo>
                    <a:pt x="39560" y="138887"/>
                  </a:lnTo>
                  <a:lnTo>
                    <a:pt x="33769" y="108153"/>
                  </a:lnTo>
                  <a:lnTo>
                    <a:pt x="170459" y="108153"/>
                  </a:lnTo>
                  <a:lnTo>
                    <a:pt x="170827" y="104927"/>
                  </a:lnTo>
                  <a:lnTo>
                    <a:pt x="171665" y="98907"/>
                  </a:lnTo>
                  <a:lnTo>
                    <a:pt x="171665" y="91668"/>
                  </a:lnTo>
                  <a:close/>
                </a:path>
                <a:path w="540385" h="203835">
                  <a:moveTo>
                    <a:pt x="366242" y="199009"/>
                  </a:moveTo>
                  <a:lnTo>
                    <a:pt x="297891" y="98501"/>
                  </a:lnTo>
                  <a:lnTo>
                    <a:pt x="364223" y="4432"/>
                  </a:lnTo>
                  <a:lnTo>
                    <a:pt x="326034" y="4432"/>
                  </a:lnTo>
                  <a:lnTo>
                    <a:pt x="298691" y="45834"/>
                  </a:lnTo>
                  <a:lnTo>
                    <a:pt x="289052" y="61468"/>
                  </a:lnTo>
                  <a:lnTo>
                    <a:pt x="279400" y="78003"/>
                  </a:lnTo>
                  <a:lnTo>
                    <a:pt x="278193" y="78003"/>
                  </a:lnTo>
                  <a:lnTo>
                    <a:pt x="263715" y="54254"/>
                  </a:lnTo>
                  <a:lnTo>
                    <a:pt x="230759" y="4432"/>
                  </a:lnTo>
                  <a:lnTo>
                    <a:pt x="191363" y="4432"/>
                  </a:lnTo>
                  <a:lnTo>
                    <a:pt x="257289" y="99707"/>
                  </a:lnTo>
                  <a:lnTo>
                    <a:pt x="188137" y="199009"/>
                  </a:lnTo>
                  <a:lnTo>
                    <a:pt x="227139" y="199009"/>
                  </a:lnTo>
                  <a:lnTo>
                    <a:pt x="255282" y="155181"/>
                  </a:lnTo>
                  <a:lnTo>
                    <a:pt x="265836" y="138303"/>
                  </a:lnTo>
                  <a:lnTo>
                    <a:pt x="275793" y="121424"/>
                  </a:lnTo>
                  <a:lnTo>
                    <a:pt x="276580" y="121424"/>
                  </a:lnTo>
                  <a:lnTo>
                    <a:pt x="291960" y="146799"/>
                  </a:lnTo>
                  <a:lnTo>
                    <a:pt x="326034" y="199009"/>
                  </a:lnTo>
                  <a:lnTo>
                    <a:pt x="366242" y="199009"/>
                  </a:lnTo>
                  <a:close/>
                </a:path>
                <a:path w="540385" h="203835">
                  <a:moveTo>
                    <a:pt x="540296" y="199009"/>
                  </a:moveTo>
                  <a:lnTo>
                    <a:pt x="538772" y="188493"/>
                  </a:lnTo>
                  <a:lnTo>
                    <a:pt x="537806" y="177304"/>
                  </a:lnTo>
                  <a:lnTo>
                    <a:pt x="537705" y="175247"/>
                  </a:lnTo>
                  <a:lnTo>
                    <a:pt x="537667" y="174536"/>
                  </a:lnTo>
                  <a:lnTo>
                    <a:pt x="537425" y="169011"/>
                  </a:lnTo>
                  <a:lnTo>
                    <a:pt x="537349" y="167195"/>
                  </a:lnTo>
                  <a:lnTo>
                    <a:pt x="537248" y="164922"/>
                  </a:lnTo>
                  <a:lnTo>
                    <a:pt x="537133" y="156781"/>
                  </a:lnTo>
                  <a:lnTo>
                    <a:pt x="537083" y="99720"/>
                  </a:lnTo>
                  <a:lnTo>
                    <a:pt x="537083" y="79717"/>
                  </a:lnTo>
                  <a:lnTo>
                    <a:pt x="533895" y="50723"/>
                  </a:lnTo>
                  <a:lnTo>
                    <a:pt x="522846" y="26149"/>
                  </a:lnTo>
                  <a:lnTo>
                    <a:pt x="522414" y="25184"/>
                  </a:lnTo>
                  <a:lnTo>
                    <a:pt x="502920" y="9499"/>
                  </a:lnTo>
                  <a:lnTo>
                    <a:pt x="502920" y="99720"/>
                  </a:lnTo>
                  <a:lnTo>
                    <a:pt x="502920" y="137096"/>
                  </a:lnTo>
                  <a:lnTo>
                    <a:pt x="502119" y="141122"/>
                  </a:lnTo>
                  <a:lnTo>
                    <a:pt x="471106" y="174536"/>
                  </a:lnTo>
                  <a:lnTo>
                    <a:pt x="453859" y="177304"/>
                  </a:lnTo>
                  <a:lnTo>
                    <a:pt x="441020" y="175247"/>
                  </a:lnTo>
                  <a:lnTo>
                    <a:pt x="430403" y="169011"/>
                  </a:lnTo>
                  <a:lnTo>
                    <a:pt x="423164" y="158470"/>
                  </a:lnTo>
                  <a:lnTo>
                    <a:pt x="420497" y="143535"/>
                  </a:lnTo>
                  <a:lnTo>
                    <a:pt x="427951" y="120624"/>
                  </a:lnTo>
                  <a:lnTo>
                    <a:pt x="447230" y="107149"/>
                  </a:lnTo>
                  <a:lnTo>
                    <a:pt x="473748" y="100914"/>
                  </a:lnTo>
                  <a:lnTo>
                    <a:pt x="502920" y="99720"/>
                  </a:lnTo>
                  <a:lnTo>
                    <a:pt x="502920" y="9499"/>
                  </a:lnTo>
                  <a:lnTo>
                    <a:pt x="499770" y="6959"/>
                  </a:lnTo>
                  <a:lnTo>
                    <a:pt x="463105" y="12"/>
                  </a:lnTo>
                  <a:lnTo>
                    <a:pt x="445046" y="1244"/>
                  </a:lnTo>
                  <a:lnTo>
                    <a:pt x="427990" y="4737"/>
                  </a:lnTo>
                  <a:lnTo>
                    <a:pt x="412521" y="10198"/>
                  </a:lnTo>
                  <a:lnTo>
                    <a:pt x="399199" y="17310"/>
                  </a:lnTo>
                  <a:lnTo>
                    <a:pt x="407238" y="40614"/>
                  </a:lnTo>
                  <a:lnTo>
                    <a:pt x="418363" y="34620"/>
                  </a:lnTo>
                  <a:lnTo>
                    <a:pt x="430898" y="30060"/>
                  </a:lnTo>
                  <a:lnTo>
                    <a:pt x="444258" y="27165"/>
                  </a:lnTo>
                  <a:lnTo>
                    <a:pt x="457885" y="26149"/>
                  </a:lnTo>
                  <a:lnTo>
                    <a:pt x="481584" y="30911"/>
                  </a:lnTo>
                  <a:lnTo>
                    <a:pt x="494931" y="42621"/>
                  </a:lnTo>
                  <a:lnTo>
                    <a:pt x="500811" y="57353"/>
                  </a:lnTo>
                  <a:lnTo>
                    <a:pt x="502119" y="71170"/>
                  </a:lnTo>
                  <a:lnTo>
                    <a:pt x="502119" y="75196"/>
                  </a:lnTo>
                  <a:lnTo>
                    <a:pt x="452120" y="79717"/>
                  </a:lnTo>
                  <a:lnTo>
                    <a:pt x="415429" y="93586"/>
                  </a:lnTo>
                  <a:lnTo>
                    <a:pt x="392836" y="116344"/>
                  </a:lnTo>
                  <a:lnTo>
                    <a:pt x="385127" y="147561"/>
                  </a:lnTo>
                  <a:lnTo>
                    <a:pt x="388886" y="168160"/>
                  </a:lnTo>
                  <a:lnTo>
                    <a:pt x="400100" y="186042"/>
                  </a:lnTo>
                  <a:lnTo>
                    <a:pt x="418693" y="198666"/>
                  </a:lnTo>
                  <a:lnTo>
                    <a:pt x="444614" y="203441"/>
                  </a:lnTo>
                  <a:lnTo>
                    <a:pt x="464083" y="201066"/>
                  </a:lnTo>
                  <a:lnTo>
                    <a:pt x="480695" y="194691"/>
                  </a:lnTo>
                  <a:lnTo>
                    <a:pt x="494131" y="185445"/>
                  </a:lnTo>
                  <a:lnTo>
                    <a:pt x="501548" y="177304"/>
                  </a:lnTo>
                  <a:lnTo>
                    <a:pt x="504063" y="174536"/>
                  </a:lnTo>
                  <a:lnTo>
                    <a:pt x="505320" y="174536"/>
                  </a:lnTo>
                  <a:lnTo>
                    <a:pt x="508101" y="198666"/>
                  </a:lnTo>
                  <a:lnTo>
                    <a:pt x="508139" y="199009"/>
                  </a:lnTo>
                  <a:lnTo>
                    <a:pt x="540296" y="199009"/>
                  </a:lnTo>
                  <a:close/>
                </a:path>
              </a:pathLst>
            </a:custGeom>
            <a:solidFill>
              <a:srgbClr val="242A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279116" y="2907893"/>
              <a:ext cx="657225" cy="83185"/>
            </a:xfrm>
            <a:custGeom>
              <a:avLst/>
              <a:gdLst/>
              <a:ahLst/>
              <a:cxnLst/>
              <a:rect l="l" t="t" r="r" b="b"/>
              <a:pathLst>
                <a:path w="657225" h="83185">
                  <a:moveTo>
                    <a:pt x="36410" y="57772"/>
                  </a:moveTo>
                  <a:lnTo>
                    <a:pt x="31470" y="52946"/>
                  </a:lnTo>
                  <a:lnTo>
                    <a:pt x="14592" y="46520"/>
                  </a:lnTo>
                  <a:lnTo>
                    <a:pt x="11252" y="44450"/>
                  </a:lnTo>
                  <a:lnTo>
                    <a:pt x="11252" y="35737"/>
                  </a:lnTo>
                  <a:lnTo>
                    <a:pt x="14592" y="32283"/>
                  </a:lnTo>
                  <a:lnTo>
                    <a:pt x="25730" y="32283"/>
                  </a:lnTo>
                  <a:lnTo>
                    <a:pt x="29743" y="34124"/>
                  </a:lnTo>
                  <a:lnTo>
                    <a:pt x="31927" y="35496"/>
                  </a:lnTo>
                  <a:lnTo>
                    <a:pt x="34442" y="28155"/>
                  </a:lnTo>
                  <a:lnTo>
                    <a:pt x="31343" y="26314"/>
                  </a:lnTo>
                  <a:lnTo>
                    <a:pt x="26416" y="24701"/>
                  </a:lnTo>
                  <a:lnTo>
                    <a:pt x="8851" y="24701"/>
                  </a:lnTo>
                  <a:lnTo>
                    <a:pt x="1612" y="32054"/>
                  </a:lnTo>
                  <a:lnTo>
                    <a:pt x="1612" y="47675"/>
                  </a:lnTo>
                  <a:lnTo>
                    <a:pt x="6311" y="53174"/>
                  </a:lnTo>
                  <a:lnTo>
                    <a:pt x="23761" y="59499"/>
                  </a:lnTo>
                  <a:lnTo>
                    <a:pt x="26644" y="62141"/>
                  </a:lnTo>
                  <a:lnTo>
                    <a:pt x="26644" y="71551"/>
                  </a:lnTo>
                  <a:lnTo>
                    <a:pt x="23190" y="75234"/>
                  </a:lnTo>
                  <a:lnTo>
                    <a:pt x="10795" y="75234"/>
                  </a:lnTo>
                  <a:lnTo>
                    <a:pt x="5524" y="73164"/>
                  </a:lnTo>
                  <a:lnTo>
                    <a:pt x="2527" y="71208"/>
                  </a:lnTo>
                  <a:lnTo>
                    <a:pt x="0" y="78892"/>
                  </a:lnTo>
                  <a:lnTo>
                    <a:pt x="3911" y="81203"/>
                  </a:lnTo>
                  <a:lnTo>
                    <a:pt x="9537" y="82689"/>
                  </a:lnTo>
                  <a:lnTo>
                    <a:pt x="15621" y="82689"/>
                  </a:lnTo>
                  <a:lnTo>
                    <a:pt x="24447" y="81457"/>
                  </a:lnTo>
                  <a:lnTo>
                    <a:pt x="30975" y="78028"/>
                  </a:lnTo>
                  <a:lnTo>
                    <a:pt x="35026" y="72758"/>
                  </a:lnTo>
                  <a:lnTo>
                    <a:pt x="36410" y="66040"/>
                  </a:lnTo>
                  <a:lnTo>
                    <a:pt x="36410" y="57772"/>
                  </a:lnTo>
                  <a:close/>
                </a:path>
                <a:path w="657225" h="83185">
                  <a:moveTo>
                    <a:pt x="128384" y="53301"/>
                  </a:moveTo>
                  <a:lnTo>
                    <a:pt x="118008" y="30568"/>
                  </a:lnTo>
                  <a:lnTo>
                    <a:pt x="118008" y="53301"/>
                  </a:lnTo>
                  <a:lnTo>
                    <a:pt x="117957" y="54203"/>
                  </a:lnTo>
                  <a:lnTo>
                    <a:pt x="116738" y="62344"/>
                  </a:lnTo>
                  <a:lnTo>
                    <a:pt x="113233" y="69138"/>
                  </a:lnTo>
                  <a:lnTo>
                    <a:pt x="107873" y="73621"/>
                  </a:lnTo>
                  <a:lnTo>
                    <a:pt x="101168" y="75234"/>
                  </a:lnTo>
                  <a:lnTo>
                    <a:pt x="94424" y="73621"/>
                  </a:lnTo>
                  <a:lnTo>
                    <a:pt x="89052" y="69138"/>
                  </a:lnTo>
                  <a:lnTo>
                    <a:pt x="85534" y="62344"/>
                  </a:lnTo>
                  <a:lnTo>
                    <a:pt x="84340" y="54203"/>
                  </a:lnTo>
                  <a:lnTo>
                    <a:pt x="84366" y="53301"/>
                  </a:lnTo>
                  <a:lnTo>
                    <a:pt x="85242" y="46329"/>
                  </a:lnTo>
                  <a:lnTo>
                    <a:pt x="85280" y="46037"/>
                  </a:lnTo>
                  <a:lnTo>
                    <a:pt x="88366" y="39116"/>
                  </a:lnTo>
                  <a:lnTo>
                    <a:pt x="93548" y="34302"/>
                  </a:lnTo>
                  <a:lnTo>
                    <a:pt x="93167" y="34302"/>
                  </a:lnTo>
                  <a:lnTo>
                    <a:pt x="101396" y="32283"/>
                  </a:lnTo>
                  <a:lnTo>
                    <a:pt x="109029" y="34302"/>
                  </a:lnTo>
                  <a:lnTo>
                    <a:pt x="114198" y="39433"/>
                  </a:lnTo>
                  <a:lnTo>
                    <a:pt x="117005" y="46037"/>
                  </a:lnTo>
                  <a:lnTo>
                    <a:pt x="117119" y="46329"/>
                  </a:lnTo>
                  <a:lnTo>
                    <a:pt x="118008" y="53301"/>
                  </a:lnTo>
                  <a:lnTo>
                    <a:pt x="118008" y="30568"/>
                  </a:lnTo>
                  <a:lnTo>
                    <a:pt x="112534" y="26784"/>
                  </a:lnTo>
                  <a:lnTo>
                    <a:pt x="101625" y="24701"/>
                  </a:lnTo>
                  <a:lnTo>
                    <a:pt x="90385" y="26784"/>
                  </a:lnTo>
                  <a:lnTo>
                    <a:pt x="90703" y="26784"/>
                  </a:lnTo>
                  <a:lnTo>
                    <a:pt x="82080" y="32486"/>
                  </a:lnTo>
                  <a:lnTo>
                    <a:pt x="76212" y="41757"/>
                  </a:lnTo>
                  <a:lnTo>
                    <a:pt x="74218" y="53301"/>
                  </a:lnTo>
                  <a:lnTo>
                    <a:pt x="74168" y="53644"/>
                  </a:lnTo>
                  <a:lnTo>
                    <a:pt x="74066" y="54203"/>
                  </a:lnTo>
                  <a:lnTo>
                    <a:pt x="76111" y="66090"/>
                  </a:lnTo>
                  <a:lnTo>
                    <a:pt x="81749" y="75095"/>
                  </a:lnTo>
                  <a:lnTo>
                    <a:pt x="90195" y="80810"/>
                  </a:lnTo>
                  <a:lnTo>
                    <a:pt x="100698" y="82804"/>
                  </a:lnTo>
                  <a:lnTo>
                    <a:pt x="110693" y="81089"/>
                  </a:lnTo>
                  <a:lnTo>
                    <a:pt x="128320" y="53644"/>
                  </a:lnTo>
                  <a:lnTo>
                    <a:pt x="128384" y="53301"/>
                  </a:lnTo>
                  <a:close/>
                </a:path>
                <a:path w="657225" h="83185">
                  <a:moveTo>
                    <a:pt x="179933" y="0"/>
                  </a:moveTo>
                  <a:lnTo>
                    <a:pt x="169837" y="0"/>
                  </a:lnTo>
                  <a:lnTo>
                    <a:pt x="169837" y="81546"/>
                  </a:lnTo>
                  <a:lnTo>
                    <a:pt x="179933" y="81546"/>
                  </a:lnTo>
                  <a:lnTo>
                    <a:pt x="179933" y="0"/>
                  </a:lnTo>
                  <a:close/>
                </a:path>
                <a:path w="657225" h="83185">
                  <a:moveTo>
                    <a:pt x="272605" y="81559"/>
                  </a:moveTo>
                  <a:lnTo>
                    <a:pt x="272275" y="77190"/>
                  </a:lnTo>
                  <a:lnTo>
                    <a:pt x="272148" y="72136"/>
                  </a:lnTo>
                  <a:lnTo>
                    <a:pt x="272148" y="66395"/>
                  </a:lnTo>
                  <a:lnTo>
                    <a:pt x="272148" y="25984"/>
                  </a:lnTo>
                  <a:lnTo>
                    <a:pt x="262039" y="25984"/>
                  </a:lnTo>
                  <a:lnTo>
                    <a:pt x="262039" y="61912"/>
                  </a:lnTo>
                  <a:lnTo>
                    <a:pt x="261696" y="63754"/>
                  </a:lnTo>
                  <a:lnTo>
                    <a:pt x="259295" y="69723"/>
                  </a:lnTo>
                  <a:lnTo>
                    <a:pt x="254584" y="74434"/>
                  </a:lnTo>
                  <a:lnTo>
                    <a:pt x="238620" y="74434"/>
                  </a:lnTo>
                  <a:lnTo>
                    <a:pt x="235394" y="67310"/>
                  </a:lnTo>
                  <a:lnTo>
                    <a:pt x="235394" y="25984"/>
                  </a:lnTo>
                  <a:lnTo>
                    <a:pt x="225298" y="25984"/>
                  </a:lnTo>
                  <a:lnTo>
                    <a:pt x="225298" y="58483"/>
                  </a:lnTo>
                  <a:lnTo>
                    <a:pt x="227063" y="70510"/>
                  </a:lnTo>
                  <a:lnTo>
                    <a:pt x="231609" y="77965"/>
                  </a:lnTo>
                  <a:lnTo>
                    <a:pt x="237794" y="81749"/>
                  </a:lnTo>
                  <a:lnTo>
                    <a:pt x="244462" y="82816"/>
                  </a:lnTo>
                  <a:lnTo>
                    <a:pt x="254342" y="82816"/>
                  </a:lnTo>
                  <a:lnTo>
                    <a:pt x="260210" y="76949"/>
                  </a:lnTo>
                  <a:lnTo>
                    <a:pt x="262851" y="72491"/>
                  </a:lnTo>
                  <a:lnTo>
                    <a:pt x="263080" y="72491"/>
                  </a:lnTo>
                  <a:lnTo>
                    <a:pt x="263652" y="81559"/>
                  </a:lnTo>
                  <a:lnTo>
                    <a:pt x="272605" y="81559"/>
                  </a:lnTo>
                  <a:close/>
                </a:path>
                <a:path w="657225" h="83185">
                  <a:moveTo>
                    <a:pt x="344258" y="25971"/>
                  </a:moveTo>
                  <a:lnTo>
                    <a:pt x="329793" y="25971"/>
                  </a:lnTo>
                  <a:lnTo>
                    <a:pt x="329793" y="10007"/>
                  </a:lnTo>
                  <a:lnTo>
                    <a:pt x="319913" y="12649"/>
                  </a:lnTo>
                  <a:lnTo>
                    <a:pt x="319913" y="25971"/>
                  </a:lnTo>
                  <a:lnTo>
                    <a:pt x="311302" y="25971"/>
                  </a:lnTo>
                  <a:lnTo>
                    <a:pt x="311302" y="33667"/>
                  </a:lnTo>
                  <a:lnTo>
                    <a:pt x="319913" y="33667"/>
                  </a:lnTo>
                  <a:lnTo>
                    <a:pt x="319913" y="70523"/>
                  </a:lnTo>
                  <a:lnTo>
                    <a:pt x="320954" y="75463"/>
                  </a:lnTo>
                  <a:lnTo>
                    <a:pt x="323824" y="78447"/>
                  </a:lnTo>
                  <a:lnTo>
                    <a:pt x="326237" y="81203"/>
                  </a:lnTo>
                  <a:lnTo>
                    <a:pt x="330022" y="82689"/>
                  </a:lnTo>
                  <a:lnTo>
                    <a:pt x="338632" y="82689"/>
                  </a:lnTo>
                  <a:lnTo>
                    <a:pt x="341731" y="82130"/>
                  </a:lnTo>
                  <a:lnTo>
                    <a:pt x="343700" y="81318"/>
                  </a:lnTo>
                  <a:lnTo>
                    <a:pt x="343230" y="73736"/>
                  </a:lnTo>
                  <a:lnTo>
                    <a:pt x="340017" y="74422"/>
                  </a:lnTo>
                  <a:lnTo>
                    <a:pt x="331736" y="74422"/>
                  </a:lnTo>
                  <a:lnTo>
                    <a:pt x="329793" y="70523"/>
                  </a:lnTo>
                  <a:lnTo>
                    <a:pt x="329793" y="33667"/>
                  </a:lnTo>
                  <a:lnTo>
                    <a:pt x="344258" y="33667"/>
                  </a:lnTo>
                  <a:lnTo>
                    <a:pt x="344258" y="25971"/>
                  </a:lnTo>
                  <a:close/>
                </a:path>
                <a:path w="657225" h="83185">
                  <a:moveTo>
                    <a:pt x="394449" y="25958"/>
                  </a:moveTo>
                  <a:lnTo>
                    <a:pt x="384340" y="25958"/>
                  </a:lnTo>
                  <a:lnTo>
                    <a:pt x="384340" y="81534"/>
                  </a:lnTo>
                  <a:lnTo>
                    <a:pt x="394449" y="81534"/>
                  </a:lnTo>
                  <a:lnTo>
                    <a:pt x="394449" y="25958"/>
                  </a:lnTo>
                  <a:close/>
                </a:path>
                <a:path w="657225" h="83185">
                  <a:moveTo>
                    <a:pt x="395706" y="13792"/>
                  </a:moveTo>
                  <a:lnTo>
                    <a:pt x="395592" y="6794"/>
                  </a:lnTo>
                  <a:lnTo>
                    <a:pt x="393179" y="4025"/>
                  </a:lnTo>
                  <a:lnTo>
                    <a:pt x="385711" y="4025"/>
                  </a:lnTo>
                  <a:lnTo>
                    <a:pt x="383070" y="6794"/>
                  </a:lnTo>
                  <a:lnTo>
                    <a:pt x="383070" y="13792"/>
                  </a:lnTo>
                  <a:lnTo>
                    <a:pt x="385597" y="16548"/>
                  </a:lnTo>
                  <a:lnTo>
                    <a:pt x="393179" y="16548"/>
                  </a:lnTo>
                  <a:lnTo>
                    <a:pt x="395706" y="13792"/>
                  </a:lnTo>
                  <a:close/>
                </a:path>
                <a:path w="657225" h="83185">
                  <a:moveTo>
                    <a:pt x="490207" y="53301"/>
                  </a:moveTo>
                  <a:lnTo>
                    <a:pt x="479831" y="30568"/>
                  </a:lnTo>
                  <a:lnTo>
                    <a:pt x="479831" y="53301"/>
                  </a:lnTo>
                  <a:lnTo>
                    <a:pt x="479780" y="54203"/>
                  </a:lnTo>
                  <a:lnTo>
                    <a:pt x="478561" y="62344"/>
                  </a:lnTo>
                  <a:lnTo>
                    <a:pt x="475056" y="69138"/>
                  </a:lnTo>
                  <a:lnTo>
                    <a:pt x="469696" y="73621"/>
                  </a:lnTo>
                  <a:lnTo>
                    <a:pt x="462991" y="75234"/>
                  </a:lnTo>
                  <a:lnTo>
                    <a:pt x="456247" y="73621"/>
                  </a:lnTo>
                  <a:lnTo>
                    <a:pt x="450875" y="69138"/>
                  </a:lnTo>
                  <a:lnTo>
                    <a:pt x="447357" y="62344"/>
                  </a:lnTo>
                  <a:lnTo>
                    <a:pt x="446163" y="54203"/>
                  </a:lnTo>
                  <a:lnTo>
                    <a:pt x="446189" y="53301"/>
                  </a:lnTo>
                  <a:lnTo>
                    <a:pt x="447065" y="46329"/>
                  </a:lnTo>
                  <a:lnTo>
                    <a:pt x="447103" y="46037"/>
                  </a:lnTo>
                  <a:lnTo>
                    <a:pt x="450189" y="39116"/>
                  </a:lnTo>
                  <a:lnTo>
                    <a:pt x="455371" y="34302"/>
                  </a:lnTo>
                  <a:lnTo>
                    <a:pt x="454990" y="34302"/>
                  </a:lnTo>
                  <a:lnTo>
                    <a:pt x="463219" y="32283"/>
                  </a:lnTo>
                  <a:lnTo>
                    <a:pt x="470852" y="34302"/>
                  </a:lnTo>
                  <a:lnTo>
                    <a:pt x="476021" y="39433"/>
                  </a:lnTo>
                  <a:lnTo>
                    <a:pt x="478828" y="46037"/>
                  </a:lnTo>
                  <a:lnTo>
                    <a:pt x="478942" y="46329"/>
                  </a:lnTo>
                  <a:lnTo>
                    <a:pt x="479831" y="53301"/>
                  </a:lnTo>
                  <a:lnTo>
                    <a:pt x="479831" y="30568"/>
                  </a:lnTo>
                  <a:lnTo>
                    <a:pt x="474370" y="26784"/>
                  </a:lnTo>
                  <a:lnTo>
                    <a:pt x="463448" y="24701"/>
                  </a:lnTo>
                  <a:lnTo>
                    <a:pt x="452208" y="26784"/>
                  </a:lnTo>
                  <a:lnTo>
                    <a:pt x="452526" y="26784"/>
                  </a:lnTo>
                  <a:lnTo>
                    <a:pt x="443903" y="32486"/>
                  </a:lnTo>
                  <a:lnTo>
                    <a:pt x="438035" y="41757"/>
                  </a:lnTo>
                  <a:lnTo>
                    <a:pt x="436041" y="53301"/>
                  </a:lnTo>
                  <a:lnTo>
                    <a:pt x="435991" y="53644"/>
                  </a:lnTo>
                  <a:lnTo>
                    <a:pt x="435889" y="54203"/>
                  </a:lnTo>
                  <a:lnTo>
                    <a:pt x="437934" y="66090"/>
                  </a:lnTo>
                  <a:lnTo>
                    <a:pt x="443572" y="75095"/>
                  </a:lnTo>
                  <a:lnTo>
                    <a:pt x="452018" y="80810"/>
                  </a:lnTo>
                  <a:lnTo>
                    <a:pt x="462521" y="82804"/>
                  </a:lnTo>
                  <a:lnTo>
                    <a:pt x="472516" y="81089"/>
                  </a:lnTo>
                  <a:lnTo>
                    <a:pt x="490143" y="53644"/>
                  </a:lnTo>
                  <a:lnTo>
                    <a:pt x="490207" y="53301"/>
                  </a:lnTo>
                  <a:close/>
                </a:path>
                <a:path w="657225" h="83185">
                  <a:moveTo>
                    <a:pt x="578967" y="48361"/>
                  </a:moveTo>
                  <a:lnTo>
                    <a:pt x="576973" y="36626"/>
                  </a:lnTo>
                  <a:lnTo>
                    <a:pt x="572033" y="29387"/>
                  </a:lnTo>
                  <a:lnTo>
                    <a:pt x="565645" y="25717"/>
                  </a:lnTo>
                  <a:lnTo>
                    <a:pt x="559346" y="24701"/>
                  </a:lnTo>
                  <a:lnTo>
                    <a:pt x="550151" y="24701"/>
                  </a:lnTo>
                  <a:lnTo>
                    <a:pt x="543725" y="29870"/>
                  </a:lnTo>
                  <a:lnTo>
                    <a:pt x="540956" y="35153"/>
                  </a:lnTo>
                  <a:lnTo>
                    <a:pt x="540727" y="35153"/>
                  </a:lnTo>
                  <a:lnTo>
                    <a:pt x="540156" y="25971"/>
                  </a:lnTo>
                  <a:lnTo>
                    <a:pt x="531202" y="25971"/>
                  </a:lnTo>
                  <a:lnTo>
                    <a:pt x="531533" y="30556"/>
                  </a:lnTo>
                  <a:lnTo>
                    <a:pt x="531660" y="35267"/>
                  </a:lnTo>
                  <a:lnTo>
                    <a:pt x="531660" y="41008"/>
                  </a:lnTo>
                  <a:lnTo>
                    <a:pt x="531660" y="81546"/>
                  </a:lnTo>
                  <a:lnTo>
                    <a:pt x="541769" y="81546"/>
                  </a:lnTo>
                  <a:lnTo>
                    <a:pt x="541769" y="46405"/>
                  </a:lnTo>
                  <a:lnTo>
                    <a:pt x="541997" y="44678"/>
                  </a:lnTo>
                  <a:lnTo>
                    <a:pt x="544182" y="37782"/>
                  </a:lnTo>
                  <a:lnTo>
                    <a:pt x="549338" y="33096"/>
                  </a:lnTo>
                  <a:lnTo>
                    <a:pt x="565543" y="33096"/>
                  </a:lnTo>
                  <a:lnTo>
                    <a:pt x="568871" y="40551"/>
                  </a:lnTo>
                  <a:lnTo>
                    <a:pt x="568871" y="81546"/>
                  </a:lnTo>
                  <a:lnTo>
                    <a:pt x="578967" y="81546"/>
                  </a:lnTo>
                  <a:lnTo>
                    <a:pt x="578967" y="48361"/>
                  </a:lnTo>
                  <a:close/>
                </a:path>
                <a:path w="657225" h="83185">
                  <a:moveTo>
                    <a:pt x="656602" y="57772"/>
                  </a:moveTo>
                  <a:lnTo>
                    <a:pt x="651662" y="52946"/>
                  </a:lnTo>
                  <a:lnTo>
                    <a:pt x="634784" y="46520"/>
                  </a:lnTo>
                  <a:lnTo>
                    <a:pt x="631444" y="44450"/>
                  </a:lnTo>
                  <a:lnTo>
                    <a:pt x="631444" y="35737"/>
                  </a:lnTo>
                  <a:lnTo>
                    <a:pt x="634784" y="32283"/>
                  </a:lnTo>
                  <a:lnTo>
                    <a:pt x="645922" y="32283"/>
                  </a:lnTo>
                  <a:lnTo>
                    <a:pt x="649935" y="34124"/>
                  </a:lnTo>
                  <a:lnTo>
                    <a:pt x="652119" y="35496"/>
                  </a:lnTo>
                  <a:lnTo>
                    <a:pt x="654634" y="28155"/>
                  </a:lnTo>
                  <a:lnTo>
                    <a:pt x="651535" y="26314"/>
                  </a:lnTo>
                  <a:lnTo>
                    <a:pt x="646607" y="24701"/>
                  </a:lnTo>
                  <a:lnTo>
                    <a:pt x="629043" y="24701"/>
                  </a:lnTo>
                  <a:lnTo>
                    <a:pt x="621804" y="32054"/>
                  </a:lnTo>
                  <a:lnTo>
                    <a:pt x="621804" y="47675"/>
                  </a:lnTo>
                  <a:lnTo>
                    <a:pt x="626503" y="53174"/>
                  </a:lnTo>
                  <a:lnTo>
                    <a:pt x="643953" y="59499"/>
                  </a:lnTo>
                  <a:lnTo>
                    <a:pt x="646836" y="62141"/>
                  </a:lnTo>
                  <a:lnTo>
                    <a:pt x="646836" y="71551"/>
                  </a:lnTo>
                  <a:lnTo>
                    <a:pt x="643382" y="75234"/>
                  </a:lnTo>
                  <a:lnTo>
                    <a:pt x="630986" y="75234"/>
                  </a:lnTo>
                  <a:lnTo>
                    <a:pt x="625703" y="73164"/>
                  </a:lnTo>
                  <a:lnTo>
                    <a:pt x="622719" y="71208"/>
                  </a:lnTo>
                  <a:lnTo>
                    <a:pt x="620191" y="78892"/>
                  </a:lnTo>
                  <a:lnTo>
                    <a:pt x="624103" y="81203"/>
                  </a:lnTo>
                  <a:lnTo>
                    <a:pt x="629729" y="82689"/>
                  </a:lnTo>
                  <a:lnTo>
                    <a:pt x="635812" y="82689"/>
                  </a:lnTo>
                  <a:lnTo>
                    <a:pt x="644626" y="81457"/>
                  </a:lnTo>
                  <a:lnTo>
                    <a:pt x="651154" y="78028"/>
                  </a:lnTo>
                  <a:lnTo>
                    <a:pt x="655205" y="72758"/>
                  </a:lnTo>
                  <a:lnTo>
                    <a:pt x="656602" y="66040"/>
                  </a:lnTo>
                  <a:lnTo>
                    <a:pt x="656602" y="57772"/>
                  </a:lnTo>
                  <a:close/>
                </a:path>
              </a:pathLst>
            </a:custGeom>
            <a:solidFill>
              <a:srgbClr val="B3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/>
          <p:nvPr/>
        </p:nvSpPr>
        <p:spPr>
          <a:xfrm>
            <a:off x="796577" y="4430038"/>
            <a:ext cx="2202180" cy="317500"/>
          </a:xfrm>
          <a:custGeom>
            <a:avLst/>
            <a:gdLst/>
            <a:ahLst/>
            <a:cxnLst/>
            <a:rect l="l" t="t" r="r" b="b"/>
            <a:pathLst>
              <a:path w="2202179" h="317500">
                <a:moveTo>
                  <a:pt x="192519" y="295770"/>
                </a:moveTo>
                <a:lnTo>
                  <a:pt x="192138" y="288124"/>
                </a:lnTo>
                <a:lnTo>
                  <a:pt x="182029" y="276326"/>
                </a:lnTo>
                <a:lnTo>
                  <a:pt x="176072" y="274294"/>
                </a:lnTo>
                <a:lnTo>
                  <a:pt x="44983" y="274320"/>
                </a:lnTo>
                <a:lnTo>
                  <a:pt x="44742" y="274104"/>
                </a:lnTo>
                <a:lnTo>
                  <a:pt x="44691" y="22733"/>
                </a:lnTo>
                <a:lnTo>
                  <a:pt x="27203" y="12"/>
                </a:lnTo>
                <a:lnTo>
                  <a:pt x="19240" y="12"/>
                </a:lnTo>
                <a:lnTo>
                  <a:pt x="15621" y="1003"/>
                </a:lnTo>
                <a:lnTo>
                  <a:pt x="7340" y="4330"/>
                </a:lnTo>
                <a:lnTo>
                  <a:pt x="3035" y="9080"/>
                </a:lnTo>
                <a:lnTo>
                  <a:pt x="0" y="17856"/>
                </a:lnTo>
                <a:lnTo>
                  <a:pt x="0" y="289547"/>
                </a:lnTo>
                <a:lnTo>
                  <a:pt x="29578" y="314693"/>
                </a:lnTo>
                <a:lnTo>
                  <a:pt x="136042" y="314756"/>
                </a:lnTo>
                <a:lnTo>
                  <a:pt x="179120" y="314401"/>
                </a:lnTo>
                <a:lnTo>
                  <a:pt x="185623" y="310921"/>
                </a:lnTo>
                <a:lnTo>
                  <a:pt x="192519" y="295770"/>
                </a:lnTo>
                <a:close/>
              </a:path>
              <a:path w="2202179" h="317500">
                <a:moveTo>
                  <a:pt x="601916" y="292023"/>
                </a:moveTo>
                <a:lnTo>
                  <a:pt x="586333" y="249643"/>
                </a:lnTo>
                <a:lnTo>
                  <a:pt x="586232" y="249389"/>
                </a:lnTo>
                <a:lnTo>
                  <a:pt x="569937" y="208800"/>
                </a:lnTo>
                <a:lnTo>
                  <a:pt x="520966" y="86779"/>
                </a:lnTo>
                <a:lnTo>
                  <a:pt x="520966" y="207860"/>
                </a:lnTo>
                <a:lnTo>
                  <a:pt x="501065" y="208495"/>
                </a:lnTo>
                <a:lnTo>
                  <a:pt x="459346" y="208800"/>
                </a:lnTo>
                <a:lnTo>
                  <a:pt x="420751" y="208800"/>
                </a:lnTo>
                <a:lnTo>
                  <a:pt x="395986" y="208165"/>
                </a:lnTo>
                <a:lnTo>
                  <a:pt x="457847" y="49085"/>
                </a:lnTo>
                <a:lnTo>
                  <a:pt x="458622" y="49085"/>
                </a:lnTo>
                <a:lnTo>
                  <a:pt x="520966" y="207860"/>
                </a:lnTo>
                <a:lnTo>
                  <a:pt x="520966" y="86779"/>
                </a:lnTo>
                <a:lnTo>
                  <a:pt x="505841" y="49085"/>
                </a:lnTo>
                <a:lnTo>
                  <a:pt x="487057" y="11061"/>
                </a:lnTo>
                <a:lnTo>
                  <a:pt x="467741" y="736"/>
                </a:lnTo>
                <a:lnTo>
                  <a:pt x="465213" y="0"/>
                </a:lnTo>
                <a:lnTo>
                  <a:pt x="451942" y="0"/>
                </a:lnTo>
                <a:lnTo>
                  <a:pt x="451218" y="228"/>
                </a:lnTo>
                <a:lnTo>
                  <a:pt x="450507" y="520"/>
                </a:lnTo>
                <a:lnTo>
                  <a:pt x="441528" y="2209"/>
                </a:lnTo>
                <a:lnTo>
                  <a:pt x="441858" y="2209"/>
                </a:lnTo>
                <a:lnTo>
                  <a:pt x="435368" y="5422"/>
                </a:lnTo>
                <a:lnTo>
                  <a:pt x="424942" y="15748"/>
                </a:lnTo>
                <a:lnTo>
                  <a:pt x="421881" y="21526"/>
                </a:lnTo>
                <a:lnTo>
                  <a:pt x="383730" y="116954"/>
                </a:lnTo>
                <a:lnTo>
                  <a:pt x="364566" y="164553"/>
                </a:lnTo>
                <a:lnTo>
                  <a:pt x="344004" y="215430"/>
                </a:lnTo>
                <a:lnTo>
                  <a:pt x="321856" y="269951"/>
                </a:lnTo>
                <a:lnTo>
                  <a:pt x="319036" y="277012"/>
                </a:lnTo>
                <a:lnTo>
                  <a:pt x="316318" y="284099"/>
                </a:lnTo>
                <a:lnTo>
                  <a:pt x="314896" y="292023"/>
                </a:lnTo>
                <a:lnTo>
                  <a:pt x="314883" y="293166"/>
                </a:lnTo>
                <a:lnTo>
                  <a:pt x="316001" y="299707"/>
                </a:lnTo>
                <a:lnTo>
                  <a:pt x="316128" y="300431"/>
                </a:lnTo>
                <a:lnTo>
                  <a:pt x="316230" y="301015"/>
                </a:lnTo>
                <a:lnTo>
                  <a:pt x="320357" y="308394"/>
                </a:lnTo>
                <a:lnTo>
                  <a:pt x="326872" y="313982"/>
                </a:lnTo>
                <a:lnTo>
                  <a:pt x="329577" y="315544"/>
                </a:lnTo>
                <a:lnTo>
                  <a:pt x="332803" y="316217"/>
                </a:lnTo>
                <a:lnTo>
                  <a:pt x="335800" y="317296"/>
                </a:lnTo>
                <a:lnTo>
                  <a:pt x="342442" y="317296"/>
                </a:lnTo>
                <a:lnTo>
                  <a:pt x="342785" y="317144"/>
                </a:lnTo>
                <a:lnTo>
                  <a:pt x="343141" y="316903"/>
                </a:lnTo>
                <a:lnTo>
                  <a:pt x="342963" y="316903"/>
                </a:lnTo>
                <a:lnTo>
                  <a:pt x="352844" y="314833"/>
                </a:lnTo>
                <a:lnTo>
                  <a:pt x="358902" y="309206"/>
                </a:lnTo>
                <a:lnTo>
                  <a:pt x="362369" y="300672"/>
                </a:lnTo>
                <a:lnTo>
                  <a:pt x="365391" y="293166"/>
                </a:lnTo>
                <a:lnTo>
                  <a:pt x="376796" y="264477"/>
                </a:lnTo>
                <a:lnTo>
                  <a:pt x="379349" y="258381"/>
                </a:lnTo>
                <a:lnTo>
                  <a:pt x="382574" y="250037"/>
                </a:lnTo>
                <a:lnTo>
                  <a:pt x="383679" y="249389"/>
                </a:lnTo>
                <a:lnTo>
                  <a:pt x="534403" y="249389"/>
                </a:lnTo>
                <a:lnTo>
                  <a:pt x="549808" y="288429"/>
                </a:lnTo>
                <a:lnTo>
                  <a:pt x="554494" y="300431"/>
                </a:lnTo>
                <a:lnTo>
                  <a:pt x="557796" y="308952"/>
                </a:lnTo>
                <a:lnTo>
                  <a:pt x="563511" y="314629"/>
                </a:lnTo>
                <a:lnTo>
                  <a:pt x="572833" y="316903"/>
                </a:lnTo>
                <a:lnTo>
                  <a:pt x="573100" y="317144"/>
                </a:lnTo>
                <a:lnTo>
                  <a:pt x="573392" y="317296"/>
                </a:lnTo>
                <a:lnTo>
                  <a:pt x="582015" y="317296"/>
                </a:lnTo>
                <a:lnTo>
                  <a:pt x="584276" y="316445"/>
                </a:lnTo>
                <a:lnTo>
                  <a:pt x="585406" y="316052"/>
                </a:lnTo>
                <a:lnTo>
                  <a:pt x="592493" y="312280"/>
                </a:lnTo>
                <a:lnTo>
                  <a:pt x="597877" y="306654"/>
                </a:lnTo>
                <a:lnTo>
                  <a:pt x="601167" y="299707"/>
                </a:lnTo>
                <a:lnTo>
                  <a:pt x="601802" y="293166"/>
                </a:lnTo>
                <a:lnTo>
                  <a:pt x="601916" y="292023"/>
                </a:lnTo>
                <a:close/>
              </a:path>
              <a:path w="2202179" h="317500">
                <a:moveTo>
                  <a:pt x="736473" y="118656"/>
                </a:moveTo>
                <a:lnTo>
                  <a:pt x="736422" y="117716"/>
                </a:lnTo>
                <a:lnTo>
                  <a:pt x="734161" y="114261"/>
                </a:lnTo>
                <a:lnTo>
                  <a:pt x="733044" y="112229"/>
                </a:lnTo>
                <a:lnTo>
                  <a:pt x="725868" y="100507"/>
                </a:lnTo>
                <a:lnTo>
                  <a:pt x="724573" y="101053"/>
                </a:lnTo>
                <a:lnTo>
                  <a:pt x="718794" y="105257"/>
                </a:lnTo>
                <a:lnTo>
                  <a:pt x="695375" y="140919"/>
                </a:lnTo>
                <a:lnTo>
                  <a:pt x="695794" y="141351"/>
                </a:lnTo>
                <a:lnTo>
                  <a:pt x="716038" y="145542"/>
                </a:lnTo>
                <a:lnTo>
                  <a:pt x="716038" y="145313"/>
                </a:lnTo>
                <a:lnTo>
                  <a:pt x="719620" y="138315"/>
                </a:lnTo>
                <a:lnTo>
                  <a:pt x="721702" y="133731"/>
                </a:lnTo>
                <a:lnTo>
                  <a:pt x="727506" y="126149"/>
                </a:lnTo>
                <a:lnTo>
                  <a:pt x="736473" y="118656"/>
                </a:lnTo>
                <a:close/>
              </a:path>
              <a:path w="2202179" h="317500">
                <a:moveTo>
                  <a:pt x="851408" y="245198"/>
                </a:moveTo>
                <a:lnTo>
                  <a:pt x="850328" y="244297"/>
                </a:lnTo>
                <a:lnTo>
                  <a:pt x="840727" y="243293"/>
                </a:lnTo>
                <a:lnTo>
                  <a:pt x="834682" y="239166"/>
                </a:lnTo>
                <a:lnTo>
                  <a:pt x="815568" y="204152"/>
                </a:lnTo>
                <a:lnTo>
                  <a:pt x="815390" y="201396"/>
                </a:lnTo>
                <a:lnTo>
                  <a:pt x="815174" y="201129"/>
                </a:lnTo>
                <a:lnTo>
                  <a:pt x="795528" y="201117"/>
                </a:lnTo>
                <a:lnTo>
                  <a:pt x="794067" y="201409"/>
                </a:lnTo>
                <a:lnTo>
                  <a:pt x="793737" y="202323"/>
                </a:lnTo>
                <a:lnTo>
                  <a:pt x="793648" y="203415"/>
                </a:lnTo>
                <a:lnTo>
                  <a:pt x="794105" y="212483"/>
                </a:lnTo>
                <a:lnTo>
                  <a:pt x="809980" y="248437"/>
                </a:lnTo>
                <a:lnTo>
                  <a:pt x="850519" y="265645"/>
                </a:lnTo>
                <a:lnTo>
                  <a:pt x="851369" y="264960"/>
                </a:lnTo>
                <a:lnTo>
                  <a:pt x="851408" y="245198"/>
                </a:lnTo>
                <a:close/>
              </a:path>
              <a:path w="2202179" h="317500">
                <a:moveTo>
                  <a:pt x="1065072" y="186550"/>
                </a:moveTo>
                <a:lnTo>
                  <a:pt x="1052715" y="147231"/>
                </a:lnTo>
                <a:lnTo>
                  <a:pt x="1012063" y="116636"/>
                </a:lnTo>
                <a:lnTo>
                  <a:pt x="978763" y="111086"/>
                </a:lnTo>
                <a:lnTo>
                  <a:pt x="978204" y="110261"/>
                </a:lnTo>
                <a:lnTo>
                  <a:pt x="967244" y="68821"/>
                </a:lnTo>
                <a:lnTo>
                  <a:pt x="928497" y="41300"/>
                </a:lnTo>
                <a:lnTo>
                  <a:pt x="905179" y="38481"/>
                </a:lnTo>
                <a:lnTo>
                  <a:pt x="897267" y="38925"/>
                </a:lnTo>
                <a:lnTo>
                  <a:pt x="852665" y="56197"/>
                </a:lnTo>
                <a:lnTo>
                  <a:pt x="830986" y="95313"/>
                </a:lnTo>
                <a:lnTo>
                  <a:pt x="829792" y="105333"/>
                </a:lnTo>
                <a:lnTo>
                  <a:pt x="829170" y="110782"/>
                </a:lnTo>
                <a:lnTo>
                  <a:pt x="819492" y="111582"/>
                </a:lnTo>
                <a:lnTo>
                  <a:pt x="813168" y="111874"/>
                </a:lnTo>
                <a:lnTo>
                  <a:pt x="806983" y="112877"/>
                </a:lnTo>
                <a:lnTo>
                  <a:pt x="767588" y="128943"/>
                </a:lnTo>
                <a:lnTo>
                  <a:pt x="743877" y="167170"/>
                </a:lnTo>
                <a:lnTo>
                  <a:pt x="742594" y="180632"/>
                </a:lnTo>
                <a:lnTo>
                  <a:pt x="742988" y="181000"/>
                </a:lnTo>
                <a:lnTo>
                  <a:pt x="766025" y="181000"/>
                </a:lnTo>
                <a:lnTo>
                  <a:pt x="766279" y="180695"/>
                </a:lnTo>
                <a:lnTo>
                  <a:pt x="767181" y="167436"/>
                </a:lnTo>
                <a:lnTo>
                  <a:pt x="769543" y="160032"/>
                </a:lnTo>
                <a:lnTo>
                  <a:pt x="804024" y="138493"/>
                </a:lnTo>
                <a:lnTo>
                  <a:pt x="851496" y="134289"/>
                </a:lnTo>
                <a:lnTo>
                  <a:pt x="852233" y="133540"/>
                </a:lnTo>
                <a:lnTo>
                  <a:pt x="859155" y="88811"/>
                </a:lnTo>
                <a:lnTo>
                  <a:pt x="894410" y="62534"/>
                </a:lnTo>
                <a:lnTo>
                  <a:pt x="908697" y="61455"/>
                </a:lnTo>
                <a:lnTo>
                  <a:pt x="915936" y="62064"/>
                </a:lnTo>
                <a:lnTo>
                  <a:pt x="948296" y="86753"/>
                </a:lnTo>
                <a:lnTo>
                  <a:pt x="954900" y="133604"/>
                </a:lnTo>
                <a:lnTo>
                  <a:pt x="955700" y="134137"/>
                </a:lnTo>
                <a:lnTo>
                  <a:pt x="973556" y="135394"/>
                </a:lnTo>
                <a:lnTo>
                  <a:pt x="981062" y="135775"/>
                </a:lnTo>
                <a:lnTo>
                  <a:pt x="988479" y="136817"/>
                </a:lnTo>
                <a:lnTo>
                  <a:pt x="1029881" y="154698"/>
                </a:lnTo>
                <a:lnTo>
                  <a:pt x="1043419" y="192303"/>
                </a:lnTo>
                <a:lnTo>
                  <a:pt x="1042758" y="199872"/>
                </a:lnTo>
                <a:lnTo>
                  <a:pt x="1017460" y="232206"/>
                </a:lnTo>
                <a:lnTo>
                  <a:pt x="975398" y="243738"/>
                </a:lnTo>
                <a:lnTo>
                  <a:pt x="903414" y="244068"/>
                </a:lnTo>
                <a:lnTo>
                  <a:pt x="898791" y="244398"/>
                </a:lnTo>
                <a:lnTo>
                  <a:pt x="892162" y="244513"/>
                </a:lnTo>
                <a:lnTo>
                  <a:pt x="891362" y="245376"/>
                </a:lnTo>
                <a:lnTo>
                  <a:pt x="891311" y="264756"/>
                </a:lnTo>
                <a:lnTo>
                  <a:pt x="892009" y="265633"/>
                </a:lnTo>
                <a:lnTo>
                  <a:pt x="977849" y="265709"/>
                </a:lnTo>
                <a:lnTo>
                  <a:pt x="985977" y="265163"/>
                </a:lnTo>
                <a:lnTo>
                  <a:pt x="1022692" y="254825"/>
                </a:lnTo>
                <a:lnTo>
                  <a:pt x="1054569" y="226923"/>
                </a:lnTo>
                <a:lnTo>
                  <a:pt x="1065047" y="191808"/>
                </a:lnTo>
                <a:lnTo>
                  <a:pt x="1065072" y="186550"/>
                </a:lnTo>
                <a:close/>
              </a:path>
              <a:path w="2202179" h="317500">
                <a:moveTo>
                  <a:pt x="1446352" y="29857"/>
                </a:moveTo>
                <a:lnTo>
                  <a:pt x="1426184" y="12"/>
                </a:lnTo>
                <a:lnTo>
                  <a:pt x="1418882" y="12"/>
                </a:lnTo>
                <a:lnTo>
                  <a:pt x="1399705" y="233311"/>
                </a:lnTo>
                <a:lnTo>
                  <a:pt x="1398968" y="233565"/>
                </a:lnTo>
                <a:lnTo>
                  <a:pt x="1236370" y="15138"/>
                </a:lnTo>
                <a:lnTo>
                  <a:pt x="1212049" y="431"/>
                </a:lnTo>
                <a:lnTo>
                  <a:pt x="1211160" y="12"/>
                </a:lnTo>
                <a:lnTo>
                  <a:pt x="1205852" y="12"/>
                </a:lnTo>
                <a:lnTo>
                  <a:pt x="1194485" y="2679"/>
                </a:lnTo>
                <a:lnTo>
                  <a:pt x="1187513" y="7162"/>
                </a:lnTo>
                <a:lnTo>
                  <a:pt x="1179804" y="21488"/>
                </a:lnTo>
                <a:lnTo>
                  <a:pt x="1179487" y="28206"/>
                </a:lnTo>
                <a:lnTo>
                  <a:pt x="1179449" y="290296"/>
                </a:lnTo>
                <a:lnTo>
                  <a:pt x="1179601" y="295148"/>
                </a:lnTo>
                <a:lnTo>
                  <a:pt x="1181836" y="307098"/>
                </a:lnTo>
                <a:lnTo>
                  <a:pt x="1187259" y="313626"/>
                </a:lnTo>
                <a:lnTo>
                  <a:pt x="1196746" y="316572"/>
                </a:lnTo>
                <a:lnTo>
                  <a:pt x="1198549" y="317309"/>
                </a:lnTo>
                <a:lnTo>
                  <a:pt x="1205852" y="317309"/>
                </a:lnTo>
                <a:lnTo>
                  <a:pt x="1218755" y="312877"/>
                </a:lnTo>
                <a:lnTo>
                  <a:pt x="1223606" y="306806"/>
                </a:lnTo>
                <a:lnTo>
                  <a:pt x="1225562" y="295579"/>
                </a:lnTo>
                <a:lnTo>
                  <a:pt x="1225702" y="293027"/>
                </a:lnTo>
                <a:lnTo>
                  <a:pt x="1225727" y="77597"/>
                </a:lnTo>
                <a:lnTo>
                  <a:pt x="1226362" y="77419"/>
                </a:lnTo>
                <a:lnTo>
                  <a:pt x="1398511" y="310845"/>
                </a:lnTo>
                <a:lnTo>
                  <a:pt x="1404747" y="315036"/>
                </a:lnTo>
                <a:lnTo>
                  <a:pt x="1412722" y="316623"/>
                </a:lnTo>
                <a:lnTo>
                  <a:pt x="1414907" y="317309"/>
                </a:lnTo>
                <a:lnTo>
                  <a:pt x="1421536" y="317309"/>
                </a:lnTo>
                <a:lnTo>
                  <a:pt x="1432255" y="314794"/>
                </a:lnTo>
                <a:lnTo>
                  <a:pt x="1438706" y="310489"/>
                </a:lnTo>
                <a:lnTo>
                  <a:pt x="1445348" y="298221"/>
                </a:lnTo>
                <a:lnTo>
                  <a:pt x="1446123" y="292874"/>
                </a:lnTo>
                <a:lnTo>
                  <a:pt x="1446110" y="44627"/>
                </a:lnTo>
                <a:lnTo>
                  <a:pt x="1446352" y="29857"/>
                </a:lnTo>
                <a:close/>
              </a:path>
              <a:path w="2202179" h="317500">
                <a:moveTo>
                  <a:pt x="1826679" y="27559"/>
                </a:moveTo>
                <a:lnTo>
                  <a:pt x="1826615" y="21069"/>
                </a:lnTo>
                <a:lnTo>
                  <a:pt x="1821243" y="8445"/>
                </a:lnTo>
                <a:lnTo>
                  <a:pt x="1817027" y="4432"/>
                </a:lnTo>
                <a:lnTo>
                  <a:pt x="1804962" y="2654"/>
                </a:lnTo>
                <a:lnTo>
                  <a:pt x="1636255" y="2679"/>
                </a:lnTo>
                <a:lnTo>
                  <a:pt x="1612760" y="34569"/>
                </a:lnTo>
                <a:lnTo>
                  <a:pt x="1612760" y="287515"/>
                </a:lnTo>
                <a:lnTo>
                  <a:pt x="1643037" y="314642"/>
                </a:lnTo>
                <a:lnTo>
                  <a:pt x="1805940" y="314706"/>
                </a:lnTo>
                <a:lnTo>
                  <a:pt x="1813356" y="313270"/>
                </a:lnTo>
                <a:lnTo>
                  <a:pt x="1809026" y="274904"/>
                </a:lnTo>
                <a:lnTo>
                  <a:pt x="1659674" y="274383"/>
                </a:lnTo>
                <a:lnTo>
                  <a:pt x="1659674" y="175158"/>
                </a:lnTo>
                <a:lnTo>
                  <a:pt x="1801406" y="175044"/>
                </a:lnTo>
                <a:lnTo>
                  <a:pt x="1822107" y="151168"/>
                </a:lnTo>
                <a:lnTo>
                  <a:pt x="1819363" y="144348"/>
                </a:lnTo>
                <a:lnTo>
                  <a:pt x="1814055" y="139268"/>
                </a:lnTo>
                <a:lnTo>
                  <a:pt x="1806371" y="136690"/>
                </a:lnTo>
                <a:lnTo>
                  <a:pt x="1801977" y="136207"/>
                </a:lnTo>
                <a:lnTo>
                  <a:pt x="1659178" y="136182"/>
                </a:lnTo>
                <a:lnTo>
                  <a:pt x="1659140" y="42938"/>
                </a:lnTo>
                <a:lnTo>
                  <a:pt x="1659940" y="42329"/>
                </a:lnTo>
                <a:lnTo>
                  <a:pt x="1813356" y="42341"/>
                </a:lnTo>
                <a:lnTo>
                  <a:pt x="1818843" y="39446"/>
                </a:lnTo>
                <a:lnTo>
                  <a:pt x="1826679" y="27559"/>
                </a:lnTo>
                <a:close/>
              </a:path>
              <a:path w="2202179" h="317500">
                <a:moveTo>
                  <a:pt x="2202002" y="18516"/>
                </a:moveTo>
                <a:lnTo>
                  <a:pt x="2198281" y="8750"/>
                </a:lnTo>
                <a:lnTo>
                  <a:pt x="2193594" y="4902"/>
                </a:lnTo>
                <a:lnTo>
                  <a:pt x="2184539" y="2870"/>
                </a:lnTo>
                <a:lnTo>
                  <a:pt x="2181961" y="2654"/>
                </a:lnTo>
                <a:lnTo>
                  <a:pt x="1970735" y="2743"/>
                </a:lnTo>
                <a:lnTo>
                  <a:pt x="1967115" y="3111"/>
                </a:lnTo>
                <a:lnTo>
                  <a:pt x="1957057" y="9029"/>
                </a:lnTo>
                <a:lnTo>
                  <a:pt x="1953387" y="16878"/>
                </a:lnTo>
                <a:lnTo>
                  <a:pt x="1955888" y="33350"/>
                </a:lnTo>
                <a:lnTo>
                  <a:pt x="1962035" y="40474"/>
                </a:lnTo>
                <a:lnTo>
                  <a:pt x="1972500" y="42646"/>
                </a:lnTo>
                <a:lnTo>
                  <a:pt x="1975307" y="42799"/>
                </a:lnTo>
                <a:lnTo>
                  <a:pt x="2056485" y="43180"/>
                </a:lnTo>
                <a:lnTo>
                  <a:pt x="2056041" y="301815"/>
                </a:lnTo>
                <a:lnTo>
                  <a:pt x="2059114" y="307721"/>
                </a:lnTo>
                <a:lnTo>
                  <a:pt x="2067699" y="314210"/>
                </a:lnTo>
                <a:lnTo>
                  <a:pt x="2071293" y="315556"/>
                </a:lnTo>
                <a:lnTo>
                  <a:pt x="2074583" y="317309"/>
                </a:lnTo>
                <a:lnTo>
                  <a:pt x="2081885" y="317309"/>
                </a:lnTo>
                <a:lnTo>
                  <a:pt x="2094458" y="312483"/>
                </a:lnTo>
                <a:lnTo>
                  <a:pt x="2098852" y="307390"/>
                </a:lnTo>
                <a:lnTo>
                  <a:pt x="2101037" y="297434"/>
                </a:lnTo>
                <a:lnTo>
                  <a:pt x="2101176" y="294640"/>
                </a:lnTo>
                <a:lnTo>
                  <a:pt x="2101227" y="42976"/>
                </a:lnTo>
                <a:lnTo>
                  <a:pt x="2192020" y="42278"/>
                </a:lnTo>
                <a:lnTo>
                  <a:pt x="2198141" y="37807"/>
                </a:lnTo>
                <a:lnTo>
                  <a:pt x="2202002" y="27774"/>
                </a:lnTo>
                <a:lnTo>
                  <a:pt x="2202002" y="18516"/>
                </a:lnTo>
                <a:close/>
              </a:path>
            </a:pathLst>
          </a:custGeom>
          <a:solidFill>
            <a:srgbClr val="6E5FA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DDC16FC-D3A1-9ED3-0891-351FFB9F97C9}"/>
              </a:ext>
            </a:extLst>
          </p:cNvPr>
          <p:cNvGrpSpPr/>
          <p:nvPr/>
        </p:nvGrpSpPr>
        <p:grpSpPr>
          <a:xfrm>
            <a:off x="8585832" y="2024016"/>
            <a:ext cx="2057032" cy="440513"/>
            <a:chOff x="8699076" y="2039465"/>
            <a:chExt cx="2057032" cy="440513"/>
          </a:xfrm>
        </p:grpSpPr>
        <p:sp>
          <p:nvSpPr>
            <p:cNvPr id="29" name="object 29"/>
            <p:cNvSpPr/>
            <p:nvPr/>
          </p:nvSpPr>
          <p:spPr>
            <a:xfrm>
              <a:off x="8699076" y="2039465"/>
              <a:ext cx="209550" cy="209550"/>
            </a:xfrm>
            <a:custGeom>
              <a:avLst/>
              <a:gdLst/>
              <a:ahLst/>
              <a:cxnLst/>
              <a:rect l="l" t="t" r="r" b="b"/>
              <a:pathLst>
                <a:path w="209550" h="209550">
                  <a:moveTo>
                    <a:pt x="208940" y="0"/>
                  </a:moveTo>
                  <a:lnTo>
                    <a:pt x="0" y="0"/>
                  </a:lnTo>
                  <a:lnTo>
                    <a:pt x="0" y="209524"/>
                  </a:lnTo>
                  <a:lnTo>
                    <a:pt x="208940" y="209524"/>
                  </a:lnTo>
                  <a:lnTo>
                    <a:pt x="208940" y="0"/>
                  </a:lnTo>
                  <a:close/>
                </a:path>
              </a:pathLst>
            </a:custGeom>
            <a:solidFill>
              <a:srgbClr val="F24F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929390" y="2039465"/>
              <a:ext cx="209550" cy="209550"/>
            </a:xfrm>
            <a:custGeom>
              <a:avLst/>
              <a:gdLst/>
              <a:ahLst/>
              <a:cxnLst/>
              <a:rect l="l" t="t" r="r" b="b"/>
              <a:pathLst>
                <a:path w="209550" h="209550">
                  <a:moveTo>
                    <a:pt x="208940" y="0"/>
                  </a:moveTo>
                  <a:lnTo>
                    <a:pt x="0" y="0"/>
                  </a:lnTo>
                  <a:lnTo>
                    <a:pt x="0" y="209524"/>
                  </a:lnTo>
                  <a:lnTo>
                    <a:pt x="208940" y="209524"/>
                  </a:lnTo>
                  <a:lnTo>
                    <a:pt x="208940" y="0"/>
                  </a:lnTo>
                  <a:close/>
                </a:path>
              </a:pathLst>
            </a:custGeom>
            <a:solidFill>
              <a:srgbClr val="7FB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9269573" y="2108299"/>
              <a:ext cx="1486535" cy="288290"/>
            </a:xfrm>
            <a:custGeom>
              <a:avLst/>
              <a:gdLst/>
              <a:ahLst/>
              <a:cxnLst/>
              <a:rect l="l" t="t" r="r" b="b"/>
              <a:pathLst>
                <a:path w="1486534" h="288289">
                  <a:moveTo>
                    <a:pt x="285242" y="19304"/>
                  </a:moveTo>
                  <a:lnTo>
                    <a:pt x="221919" y="19304"/>
                  </a:lnTo>
                  <a:lnTo>
                    <a:pt x="142824" y="214401"/>
                  </a:lnTo>
                  <a:lnTo>
                    <a:pt x="138836" y="204724"/>
                  </a:lnTo>
                  <a:lnTo>
                    <a:pt x="65722" y="19100"/>
                  </a:lnTo>
                  <a:lnTo>
                    <a:pt x="0" y="19100"/>
                  </a:lnTo>
                  <a:lnTo>
                    <a:pt x="203" y="19697"/>
                  </a:lnTo>
                  <a:lnTo>
                    <a:pt x="203" y="283921"/>
                  </a:lnTo>
                  <a:lnTo>
                    <a:pt x="43141" y="283921"/>
                  </a:lnTo>
                  <a:lnTo>
                    <a:pt x="43091" y="101346"/>
                  </a:lnTo>
                  <a:lnTo>
                    <a:pt x="43345" y="79997"/>
                  </a:lnTo>
                  <a:lnTo>
                    <a:pt x="45542" y="83997"/>
                  </a:lnTo>
                  <a:lnTo>
                    <a:pt x="125844" y="283718"/>
                  </a:lnTo>
                  <a:lnTo>
                    <a:pt x="158407" y="283514"/>
                  </a:lnTo>
                  <a:lnTo>
                    <a:pt x="177965" y="233565"/>
                  </a:lnTo>
                  <a:lnTo>
                    <a:pt x="237109" y="83997"/>
                  </a:lnTo>
                  <a:lnTo>
                    <a:pt x="239509" y="79794"/>
                  </a:lnTo>
                  <a:lnTo>
                    <a:pt x="239699" y="82804"/>
                  </a:lnTo>
                  <a:lnTo>
                    <a:pt x="239699" y="283514"/>
                  </a:lnTo>
                  <a:lnTo>
                    <a:pt x="285242" y="283514"/>
                  </a:lnTo>
                  <a:lnTo>
                    <a:pt x="285242" y="19304"/>
                  </a:lnTo>
                  <a:close/>
                </a:path>
                <a:path w="1486534" h="288289">
                  <a:moveTo>
                    <a:pt x="377304" y="36512"/>
                  </a:moveTo>
                  <a:lnTo>
                    <a:pt x="353098" y="13296"/>
                  </a:lnTo>
                  <a:lnTo>
                    <a:pt x="346163" y="13500"/>
                  </a:lnTo>
                  <a:lnTo>
                    <a:pt x="337210" y="16294"/>
                  </a:lnTo>
                  <a:lnTo>
                    <a:pt x="329806" y="22034"/>
                  </a:lnTo>
                  <a:lnTo>
                    <a:pt x="324840" y="29921"/>
                  </a:lnTo>
                  <a:lnTo>
                    <a:pt x="323189" y="39141"/>
                  </a:lnTo>
                  <a:lnTo>
                    <a:pt x="324561" y="47929"/>
                  </a:lnTo>
                  <a:lnTo>
                    <a:pt x="329044" y="55511"/>
                  </a:lnTo>
                  <a:lnTo>
                    <a:pt x="335838" y="61226"/>
                  </a:lnTo>
                  <a:lnTo>
                    <a:pt x="344170" y="64376"/>
                  </a:lnTo>
                  <a:lnTo>
                    <a:pt x="352869" y="64884"/>
                  </a:lnTo>
                  <a:lnTo>
                    <a:pt x="361353" y="62877"/>
                  </a:lnTo>
                  <a:lnTo>
                    <a:pt x="368782" y="58470"/>
                  </a:lnTo>
                  <a:lnTo>
                    <a:pt x="374332" y="51765"/>
                  </a:lnTo>
                  <a:lnTo>
                    <a:pt x="377012" y="44373"/>
                  </a:lnTo>
                  <a:lnTo>
                    <a:pt x="377304" y="36512"/>
                  </a:lnTo>
                  <a:close/>
                </a:path>
                <a:path w="1486534" h="288289">
                  <a:moveTo>
                    <a:pt x="1486154" y="94030"/>
                  </a:moveTo>
                  <a:lnTo>
                    <a:pt x="1441411" y="94030"/>
                  </a:lnTo>
                  <a:lnTo>
                    <a:pt x="1441411" y="37338"/>
                  </a:lnTo>
                  <a:lnTo>
                    <a:pt x="1396657" y="50965"/>
                  </a:lnTo>
                  <a:lnTo>
                    <a:pt x="1396657" y="94030"/>
                  </a:lnTo>
                  <a:lnTo>
                    <a:pt x="1330540" y="94030"/>
                  </a:lnTo>
                  <a:lnTo>
                    <a:pt x="1330426" y="77089"/>
                  </a:lnTo>
                  <a:lnTo>
                    <a:pt x="1330579" y="68618"/>
                  </a:lnTo>
                  <a:lnTo>
                    <a:pt x="1354721" y="36817"/>
                  </a:lnTo>
                  <a:lnTo>
                    <a:pt x="1363230" y="36982"/>
                  </a:lnTo>
                  <a:lnTo>
                    <a:pt x="1371638" y="38887"/>
                  </a:lnTo>
                  <a:lnTo>
                    <a:pt x="1379677" y="41948"/>
                  </a:lnTo>
                  <a:lnTo>
                    <a:pt x="1379677" y="3086"/>
                  </a:lnTo>
                  <a:lnTo>
                    <a:pt x="1362900" y="0"/>
                  </a:lnTo>
                  <a:lnTo>
                    <a:pt x="1345755" y="0"/>
                  </a:lnTo>
                  <a:lnTo>
                    <a:pt x="1329093" y="3505"/>
                  </a:lnTo>
                  <a:lnTo>
                    <a:pt x="1313764" y="10896"/>
                  </a:lnTo>
                  <a:lnTo>
                    <a:pt x="1313967" y="11493"/>
                  </a:lnTo>
                  <a:lnTo>
                    <a:pt x="1305229" y="18313"/>
                  </a:lnTo>
                  <a:lnTo>
                    <a:pt x="1285989" y="58229"/>
                  </a:lnTo>
                  <a:lnTo>
                    <a:pt x="1285201" y="94627"/>
                  </a:lnTo>
                  <a:lnTo>
                    <a:pt x="1253832" y="94627"/>
                  </a:lnTo>
                  <a:lnTo>
                    <a:pt x="1253832" y="130886"/>
                  </a:lnTo>
                  <a:lnTo>
                    <a:pt x="1285201" y="130886"/>
                  </a:lnTo>
                  <a:lnTo>
                    <a:pt x="1285201" y="283718"/>
                  </a:lnTo>
                  <a:lnTo>
                    <a:pt x="1330337" y="283718"/>
                  </a:lnTo>
                  <a:lnTo>
                    <a:pt x="1330337" y="130886"/>
                  </a:lnTo>
                  <a:lnTo>
                    <a:pt x="1396466" y="130886"/>
                  </a:lnTo>
                  <a:lnTo>
                    <a:pt x="1396466" y="228231"/>
                  </a:lnTo>
                  <a:lnTo>
                    <a:pt x="1397139" y="239725"/>
                  </a:lnTo>
                  <a:lnTo>
                    <a:pt x="1416570" y="278409"/>
                  </a:lnTo>
                  <a:lnTo>
                    <a:pt x="1455343" y="288137"/>
                  </a:lnTo>
                  <a:lnTo>
                    <a:pt x="1465859" y="287210"/>
                  </a:lnTo>
                  <a:lnTo>
                    <a:pt x="1476184" y="285026"/>
                  </a:lnTo>
                  <a:lnTo>
                    <a:pt x="1486154" y="281520"/>
                  </a:lnTo>
                  <a:lnTo>
                    <a:pt x="1486154" y="244259"/>
                  </a:lnTo>
                  <a:lnTo>
                    <a:pt x="1478089" y="248399"/>
                  </a:lnTo>
                  <a:lnTo>
                    <a:pt x="1469275" y="250596"/>
                  </a:lnTo>
                  <a:lnTo>
                    <a:pt x="1441323" y="220573"/>
                  </a:lnTo>
                  <a:lnTo>
                    <a:pt x="1441170" y="211734"/>
                  </a:lnTo>
                  <a:lnTo>
                    <a:pt x="1441208" y="130683"/>
                  </a:lnTo>
                  <a:lnTo>
                    <a:pt x="1474914" y="130632"/>
                  </a:lnTo>
                  <a:lnTo>
                    <a:pt x="1486154" y="130886"/>
                  </a:lnTo>
                  <a:lnTo>
                    <a:pt x="1486154" y="94030"/>
                  </a:lnTo>
                  <a:close/>
                </a:path>
              </a:pathLst>
            </a:custGeom>
            <a:solidFill>
              <a:srgbClr val="7878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81700" y="2197753"/>
              <a:ext cx="122981" cy="198663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73038" y="2197561"/>
              <a:ext cx="146481" cy="198459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9596966" y="2197631"/>
              <a:ext cx="563245" cy="198755"/>
            </a:xfrm>
            <a:custGeom>
              <a:avLst/>
              <a:gdLst/>
              <a:ahLst/>
              <a:cxnLst/>
              <a:rect l="l" t="t" r="r" b="b"/>
              <a:pathLst>
                <a:path w="563245" h="198755">
                  <a:moveTo>
                    <a:pt x="44945" y="4686"/>
                  </a:moveTo>
                  <a:lnTo>
                    <a:pt x="0" y="4686"/>
                  </a:lnTo>
                  <a:lnTo>
                    <a:pt x="0" y="193979"/>
                  </a:lnTo>
                  <a:lnTo>
                    <a:pt x="44945" y="193979"/>
                  </a:lnTo>
                  <a:lnTo>
                    <a:pt x="44945" y="4686"/>
                  </a:lnTo>
                  <a:close/>
                </a:path>
                <a:path w="563245" h="198755">
                  <a:moveTo>
                    <a:pt x="366141" y="4089"/>
                  </a:moveTo>
                  <a:lnTo>
                    <a:pt x="355600" y="1638"/>
                  </a:lnTo>
                  <a:lnTo>
                    <a:pt x="344716" y="1308"/>
                  </a:lnTo>
                  <a:lnTo>
                    <a:pt x="334060" y="3276"/>
                  </a:lnTo>
                  <a:lnTo>
                    <a:pt x="324192" y="7696"/>
                  </a:lnTo>
                  <a:lnTo>
                    <a:pt x="324396" y="7493"/>
                  </a:lnTo>
                  <a:lnTo>
                    <a:pt x="316611" y="13169"/>
                  </a:lnTo>
                  <a:lnTo>
                    <a:pt x="310235" y="20294"/>
                  </a:lnTo>
                  <a:lnTo>
                    <a:pt x="305092" y="28435"/>
                  </a:lnTo>
                  <a:lnTo>
                    <a:pt x="301015" y="37147"/>
                  </a:lnTo>
                  <a:lnTo>
                    <a:pt x="301015" y="4686"/>
                  </a:lnTo>
                  <a:lnTo>
                    <a:pt x="256476" y="4686"/>
                  </a:lnTo>
                  <a:lnTo>
                    <a:pt x="256476" y="193992"/>
                  </a:lnTo>
                  <a:lnTo>
                    <a:pt x="301015" y="193992"/>
                  </a:lnTo>
                  <a:lnTo>
                    <a:pt x="301040" y="93599"/>
                  </a:lnTo>
                  <a:lnTo>
                    <a:pt x="301904" y="83743"/>
                  </a:lnTo>
                  <a:lnTo>
                    <a:pt x="326517" y="44704"/>
                  </a:lnTo>
                  <a:lnTo>
                    <a:pt x="343560" y="42037"/>
                  </a:lnTo>
                  <a:lnTo>
                    <a:pt x="351459" y="43205"/>
                  </a:lnTo>
                  <a:lnTo>
                    <a:pt x="359067" y="45643"/>
                  </a:lnTo>
                  <a:lnTo>
                    <a:pt x="366141" y="49364"/>
                  </a:lnTo>
                  <a:lnTo>
                    <a:pt x="366141" y="4089"/>
                  </a:lnTo>
                  <a:close/>
                </a:path>
                <a:path w="563245" h="198755">
                  <a:moveTo>
                    <a:pt x="562864" y="93408"/>
                  </a:moveTo>
                  <a:lnTo>
                    <a:pt x="561708" y="78701"/>
                  </a:lnTo>
                  <a:lnTo>
                    <a:pt x="561670" y="78206"/>
                  </a:lnTo>
                  <a:lnTo>
                    <a:pt x="558647" y="63309"/>
                  </a:lnTo>
                  <a:lnTo>
                    <a:pt x="553516" y="48971"/>
                  </a:lnTo>
                  <a:lnTo>
                    <a:pt x="546887" y="37147"/>
                  </a:lnTo>
                  <a:lnTo>
                    <a:pt x="546519" y="36474"/>
                  </a:lnTo>
                  <a:lnTo>
                    <a:pt x="537400" y="25400"/>
                  </a:lnTo>
                  <a:lnTo>
                    <a:pt x="526453" y="16090"/>
                  </a:lnTo>
                  <a:lnTo>
                    <a:pt x="516394" y="10312"/>
                  </a:lnTo>
                  <a:lnTo>
                    <a:pt x="516394" y="101219"/>
                  </a:lnTo>
                  <a:lnTo>
                    <a:pt x="515670" y="112687"/>
                  </a:lnTo>
                  <a:lnTo>
                    <a:pt x="515658" y="113017"/>
                  </a:lnTo>
                  <a:lnTo>
                    <a:pt x="513575" y="124587"/>
                  </a:lnTo>
                  <a:lnTo>
                    <a:pt x="509765" y="135699"/>
                  </a:lnTo>
                  <a:lnTo>
                    <a:pt x="509765" y="135902"/>
                  </a:lnTo>
                  <a:lnTo>
                    <a:pt x="478650" y="160286"/>
                  </a:lnTo>
                  <a:lnTo>
                    <a:pt x="469366" y="161391"/>
                  </a:lnTo>
                  <a:lnTo>
                    <a:pt x="460006" y="161048"/>
                  </a:lnTo>
                  <a:lnTo>
                    <a:pt x="422478" y="135902"/>
                  </a:lnTo>
                  <a:lnTo>
                    <a:pt x="415061" y="100545"/>
                  </a:lnTo>
                  <a:lnTo>
                    <a:pt x="415429" y="93408"/>
                  </a:lnTo>
                  <a:lnTo>
                    <a:pt x="415544" y="91033"/>
                  </a:lnTo>
                  <a:lnTo>
                    <a:pt x="415632" y="89433"/>
                  </a:lnTo>
                  <a:lnTo>
                    <a:pt x="415683" y="88430"/>
                  </a:lnTo>
                  <a:lnTo>
                    <a:pt x="417245" y="78701"/>
                  </a:lnTo>
                  <a:lnTo>
                    <a:pt x="439559" y="44069"/>
                  </a:lnTo>
                  <a:lnTo>
                    <a:pt x="462826" y="37147"/>
                  </a:lnTo>
                  <a:lnTo>
                    <a:pt x="473075" y="37426"/>
                  </a:lnTo>
                  <a:lnTo>
                    <a:pt x="507225" y="58445"/>
                  </a:lnTo>
                  <a:lnTo>
                    <a:pt x="516382" y="100545"/>
                  </a:lnTo>
                  <a:lnTo>
                    <a:pt x="516394" y="101219"/>
                  </a:lnTo>
                  <a:lnTo>
                    <a:pt x="516394" y="10312"/>
                  </a:lnTo>
                  <a:lnTo>
                    <a:pt x="513956" y="8902"/>
                  </a:lnTo>
                  <a:lnTo>
                    <a:pt x="498398" y="3429"/>
                  </a:lnTo>
                  <a:lnTo>
                    <a:pt x="482206" y="584"/>
                  </a:lnTo>
                  <a:lnTo>
                    <a:pt x="465696" y="0"/>
                  </a:lnTo>
                  <a:lnTo>
                    <a:pt x="449237" y="1295"/>
                  </a:lnTo>
                  <a:lnTo>
                    <a:pt x="402043" y="20866"/>
                  </a:lnTo>
                  <a:lnTo>
                    <a:pt x="375031" y="60350"/>
                  </a:lnTo>
                  <a:lnTo>
                    <a:pt x="369036" y="100545"/>
                  </a:lnTo>
                  <a:lnTo>
                    <a:pt x="368947" y="109512"/>
                  </a:lnTo>
                  <a:lnTo>
                    <a:pt x="371360" y="127889"/>
                  </a:lnTo>
                  <a:lnTo>
                    <a:pt x="396087" y="173875"/>
                  </a:lnTo>
                  <a:lnTo>
                    <a:pt x="437857" y="195795"/>
                  </a:lnTo>
                  <a:lnTo>
                    <a:pt x="464324" y="198501"/>
                  </a:lnTo>
                  <a:lnTo>
                    <a:pt x="477634" y="197815"/>
                  </a:lnTo>
                  <a:lnTo>
                    <a:pt x="519671" y="184429"/>
                  </a:lnTo>
                  <a:lnTo>
                    <a:pt x="550837" y="151295"/>
                  </a:lnTo>
                  <a:lnTo>
                    <a:pt x="562381" y="109512"/>
                  </a:lnTo>
                  <a:lnTo>
                    <a:pt x="562495" y="108661"/>
                  </a:lnTo>
                  <a:lnTo>
                    <a:pt x="562864" y="93408"/>
                  </a:lnTo>
                  <a:close/>
                </a:path>
              </a:pathLst>
            </a:custGeom>
            <a:solidFill>
              <a:srgbClr val="7878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325545" y="2197504"/>
              <a:ext cx="194085" cy="198233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8699076" y="2270224"/>
              <a:ext cx="209550" cy="209550"/>
            </a:xfrm>
            <a:custGeom>
              <a:avLst/>
              <a:gdLst/>
              <a:ahLst/>
              <a:cxnLst/>
              <a:rect l="l" t="t" r="r" b="b"/>
              <a:pathLst>
                <a:path w="209550" h="209550">
                  <a:moveTo>
                    <a:pt x="208940" y="0"/>
                  </a:moveTo>
                  <a:lnTo>
                    <a:pt x="0" y="0"/>
                  </a:lnTo>
                  <a:lnTo>
                    <a:pt x="0" y="209524"/>
                  </a:lnTo>
                  <a:lnTo>
                    <a:pt x="208940" y="209524"/>
                  </a:lnTo>
                  <a:lnTo>
                    <a:pt x="208940" y="0"/>
                  </a:lnTo>
                  <a:close/>
                </a:path>
              </a:pathLst>
            </a:custGeom>
            <a:solidFill>
              <a:srgbClr val="03A3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929390" y="2270428"/>
              <a:ext cx="209550" cy="209550"/>
            </a:xfrm>
            <a:custGeom>
              <a:avLst/>
              <a:gdLst/>
              <a:ahLst/>
              <a:cxnLst/>
              <a:rect l="l" t="t" r="r" b="b"/>
              <a:pathLst>
                <a:path w="209550" h="209550">
                  <a:moveTo>
                    <a:pt x="208940" y="0"/>
                  </a:moveTo>
                  <a:lnTo>
                    <a:pt x="0" y="0"/>
                  </a:lnTo>
                  <a:lnTo>
                    <a:pt x="0" y="209524"/>
                  </a:lnTo>
                  <a:lnTo>
                    <a:pt x="208940" y="209524"/>
                  </a:lnTo>
                  <a:lnTo>
                    <a:pt x="208940" y="0"/>
                  </a:lnTo>
                  <a:close/>
                </a:path>
              </a:pathLst>
            </a:custGeom>
            <a:solidFill>
              <a:srgbClr val="FFBA0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">
            <a:extLst>
              <a:ext uri="{FF2B5EF4-FFF2-40B4-BE49-F238E27FC236}">
                <a16:creationId xmlns:a16="http://schemas.microsoft.com/office/drawing/2014/main" id="{E529A9CF-F7FF-1E33-A29D-E1CA8199E83F}"/>
              </a:ext>
            </a:extLst>
          </p:cNvPr>
          <p:cNvSpPr txBox="1"/>
          <p:nvPr/>
        </p:nvSpPr>
        <p:spPr>
          <a:xfrm>
            <a:off x="8752701" y="584958"/>
            <a:ext cx="1890163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008BEF"/>
                </a:solidFill>
                <a:latin typeface="Krona One"/>
                <a:cs typeface="Krona One"/>
              </a:rPr>
              <a:t>SOUTH </a:t>
            </a:r>
            <a:r>
              <a:rPr sz="1300" spc="-10" dirty="0">
                <a:solidFill>
                  <a:srgbClr val="008BEF"/>
                </a:solidFill>
                <a:latin typeface="Krona One"/>
                <a:cs typeface="Krona One"/>
              </a:rPr>
              <a:t>COAST</a:t>
            </a:r>
            <a:r>
              <a:rPr lang="en-GB" sz="1300" spc="-10" dirty="0">
                <a:solidFill>
                  <a:srgbClr val="008BEF"/>
                </a:solidFill>
                <a:latin typeface="Krona One"/>
                <a:cs typeface="Krona One"/>
              </a:rPr>
              <a:t> USER GROUP</a:t>
            </a:r>
            <a:endParaRPr sz="1300" dirty="0">
              <a:latin typeface="Krona One"/>
              <a:cs typeface="Krona One"/>
            </a:endParaRPr>
          </a:p>
        </p:txBody>
      </p:sp>
      <p:sp>
        <p:nvSpPr>
          <p:cNvPr id="40" name="object 4">
            <a:extLst>
              <a:ext uri="{FF2B5EF4-FFF2-40B4-BE49-F238E27FC236}">
                <a16:creationId xmlns:a16="http://schemas.microsoft.com/office/drawing/2014/main" id="{B511B0C7-B81B-5718-F4BC-DF3C4B0C2B87}"/>
              </a:ext>
            </a:extLst>
          </p:cNvPr>
          <p:cNvSpPr txBox="1"/>
          <p:nvPr/>
        </p:nvSpPr>
        <p:spPr>
          <a:xfrm>
            <a:off x="9095532" y="792907"/>
            <a:ext cx="1635760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66370" algn="l">
              <a:lnSpc>
                <a:spcPct val="100000"/>
              </a:lnSpc>
              <a:spcBef>
                <a:spcPts val="100"/>
              </a:spcBef>
            </a:pPr>
            <a:r>
              <a:rPr lang="en-GB" sz="1300" dirty="0">
                <a:solidFill>
                  <a:srgbClr val="1D2842"/>
                </a:solidFill>
                <a:latin typeface="Krona One"/>
                <a:cs typeface="Krona One"/>
              </a:rPr>
              <a:t>23</a:t>
            </a:r>
            <a:r>
              <a:rPr lang="en-GB" sz="1300" baseline="30000" dirty="0">
                <a:solidFill>
                  <a:srgbClr val="1D2842"/>
                </a:solidFill>
                <a:latin typeface="Krona One"/>
                <a:cs typeface="Krona One"/>
              </a:rPr>
              <a:t>RD</a:t>
            </a:r>
            <a:r>
              <a:rPr lang="en-GB" sz="1300" dirty="0">
                <a:solidFill>
                  <a:srgbClr val="1D2842"/>
                </a:solidFill>
                <a:latin typeface="Krona One"/>
                <a:cs typeface="Krona One"/>
              </a:rPr>
              <a:t> OCTOBER 2026</a:t>
            </a:r>
            <a:endParaRPr sz="1300" dirty="0">
              <a:latin typeface="Krona One"/>
              <a:cs typeface="Krona One"/>
            </a:endParaRPr>
          </a:p>
        </p:txBody>
      </p:sp>
      <p:pic>
        <p:nvPicPr>
          <p:cNvPr id="42" name="Picture 41" descr="Meetup - Wikipedia">
            <a:extLst>
              <a:ext uri="{FF2B5EF4-FFF2-40B4-BE49-F238E27FC236}">
                <a16:creationId xmlns:a16="http://schemas.microsoft.com/office/drawing/2014/main" id="{1615C931-B91B-B847-D9B5-A75B63FF83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96600" y="320150"/>
            <a:ext cx="933329" cy="894160"/>
          </a:xfrm>
          <a:prstGeom prst="rect">
            <a:avLst/>
          </a:prstGeom>
        </p:spPr>
      </p:pic>
      <p:pic>
        <p:nvPicPr>
          <p:cNvPr id="43" name="Picture 42" descr="File:NetApp logo 2020.svg - Wikimedia Commons">
            <a:extLst>
              <a:ext uri="{FF2B5EF4-FFF2-40B4-BE49-F238E27FC236}">
                <a16:creationId xmlns:a16="http://schemas.microsoft.com/office/drawing/2014/main" id="{4C04B534-4F98-4972-03DD-5CDEFDF180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4680" y="4331002"/>
            <a:ext cx="2844532" cy="512608"/>
          </a:xfrm>
          <a:prstGeom prst="rect">
            <a:avLst/>
          </a:prstGeom>
        </p:spPr>
      </p:pic>
      <p:pic>
        <p:nvPicPr>
          <p:cNvPr id="44" name="Picture 43" descr="Elysian:IT Limited | The Org">
            <a:extLst>
              <a:ext uri="{FF2B5EF4-FFF2-40B4-BE49-F238E27FC236}">
                <a16:creationId xmlns:a16="http://schemas.microsoft.com/office/drawing/2014/main" id="{9BC01CA3-39C2-309F-1BF7-B24F8FA9155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27161" b="30827"/>
          <a:stretch>
            <a:fillRect/>
          </a:stretch>
        </p:blipFill>
        <p:spPr>
          <a:xfrm>
            <a:off x="3484901" y="2147486"/>
            <a:ext cx="2362200" cy="992388"/>
          </a:xfrm>
          <a:prstGeom prst="rect">
            <a:avLst/>
          </a:prstGeom>
        </p:spPr>
      </p:pic>
      <p:pic>
        <p:nvPicPr>
          <p:cNvPr id="45" name="Picture 44" descr="The Mentoring Hub | Empowering Diversity in Tech">
            <a:extLst>
              <a:ext uri="{FF2B5EF4-FFF2-40B4-BE49-F238E27FC236}">
                <a16:creationId xmlns:a16="http://schemas.microsoft.com/office/drawing/2014/main" id="{CA09B08E-08A7-278E-3FA0-3F8949DAA58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5224" y="2060472"/>
            <a:ext cx="1749362" cy="1749362"/>
          </a:xfrm>
          <a:prstGeom prst="rect">
            <a:avLst/>
          </a:prstGeom>
        </p:spPr>
      </p:pic>
      <p:pic>
        <p:nvPicPr>
          <p:cNvPr id="46" name="Picture 45" descr="Node4 acquires risual to extend Public Cloud Capabilities and UK Public  Sector Footprint | Node4">
            <a:extLst>
              <a:ext uri="{FF2B5EF4-FFF2-40B4-BE49-F238E27FC236}">
                <a16:creationId xmlns:a16="http://schemas.microsoft.com/office/drawing/2014/main" id="{04C09146-4B3D-41F7-3CF9-4EED753531D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91264" y="2892416"/>
            <a:ext cx="2497074" cy="2497074"/>
          </a:xfrm>
          <a:prstGeom prst="rect">
            <a:avLst/>
          </a:prstGeom>
        </p:spPr>
      </p:pic>
      <p:pic>
        <p:nvPicPr>
          <p:cNvPr id="3" name="Picture 2" descr="Services | Mizorix | Document Management, Automation &amp; AI With Microsoft 365">
            <a:extLst>
              <a:ext uri="{FF2B5EF4-FFF2-40B4-BE49-F238E27FC236}">
                <a16:creationId xmlns:a16="http://schemas.microsoft.com/office/drawing/2014/main" id="{A2ABE021-3642-66B8-7491-BBBFC827371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05753" y="3429000"/>
            <a:ext cx="2074333" cy="4978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D75C022-55E3-C638-3773-C6235AFF5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608" y="502920"/>
            <a:ext cx="8046720" cy="941832"/>
          </a:xfr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1BDBB0"/>
                </a:solidFill>
                <a:latin typeface="Krona One"/>
              </a:defRPr>
            </a:pPr>
            <a:r>
              <a:rPr lang="en-GB" sz="3600" b="0">
                <a:solidFill>
                  <a:srgbClr val="1BDBB0"/>
                </a:solidFill>
                <a:latin typeface="Krona One"/>
              </a:rPr>
              <a:t>Contributors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956F63-717D-3842-AC1A-E9E89E9EAC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37560" y="1600200"/>
            <a:ext cx="5943600" cy="438912"/>
          </a:xfrm>
          <a:noFill/>
          <a:ln>
            <a:noFill/>
          </a:ln>
        </p:spPr>
        <p:txBody>
          <a:bodyPr wrap="square" tIns="0" bIns="0">
            <a:noAutofit/>
          </a:bodyPr>
          <a:lstStyle/>
          <a:p>
            <a:pPr>
              <a:defRPr sz="2400" b="1">
                <a:solidFill>
                  <a:srgbClr val="1D2842"/>
                </a:solidFill>
                <a:latin typeface="Krona One"/>
              </a:defRPr>
            </a:pPr>
            <a:r>
              <a:rPr lang="en-GB" sz="2400" b="0">
                <a:solidFill>
                  <a:srgbClr val="1D2842"/>
                </a:solidFill>
                <a:latin typeface="Krona One"/>
              </a:rPr>
              <a:t>Dan Barber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24922F-3640-E86F-B6BB-39B24211F89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7560" y="2148840"/>
            <a:ext cx="7772400" cy="475488"/>
          </a:xfrm>
          <a:noFill/>
          <a:ln>
            <a:noFill/>
          </a:ln>
        </p:spPr>
        <p:txBody>
          <a:bodyPr wrap="square" tIns="0" bIns="0">
            <a:noAutofit/>
          </a:bodyPr>
          <a:lstStyle/>
          <a:p>
            <a:pPr>
              <a:defRPr sz="1500" b="1">
                <a:solidFill>
                  <a:srgbClr val="008BEF"/>
                </a:solidFill>
                <a:latin typeface="Krona One"/>
              </a:defRPr>
            </a:pPr>
            <a:r>
              <a:rPr lang="en-GB" sz="1500" b="0">
                <a:solidFill>
                  <a:srgbClr val="008BEF"/>
                </a:solidFill>
                <a:latin typeface="Krona One"/>
              </a:rPr>
              <a:t>Founder &amp; Lead Consultant // </a:t>
            </a:r>
            <a:r>
              <a:rPr lang="en-GB" sz="1500" b="0" err="1">
                <a:solidFill>
                  <a:srgbClr val="008BEF"/>
                </a:solidFill>
                <a:latin typeface="Krona One"/>
              </a:rPr>
              <a:t>Strathos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EBF1753-2A94-17A6-2D80-4C74400F38B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7560" y="2734056"/>
            <a:ext cx="7772400" cy="1170432"/>
          </a:xfrm>
          <a:noFill/>
          <a:ln>
            <a:noFill/>
          </a:ln>
        </p:spPr>
        <p:txBody>
          <a:bodyPr wrap="square" tIns="0" bIns="0">
            <a:noAutofit/>
          </a:bodyPr>
          <a:lstStyle/>
          <a:p>
            <a:pPr>
              <a:defRPr sz="1300">
                <a:solidFill>
                  <a:srgbClr val="1D2842"/>
                </a:solidFill>
                <a:latin typeface="Krona One"/>
              </a:defRPr>
            </a:pPr>
            <a:r>
              <a:rPr lang="en-GB" sz="1300" b="0">
                <a:solidFill>
                  <a:srgbClr val="1D2842"/>
                </a:solidFill>
                <a:latin typeface="Krona One"/>
              </a:rPr>
              <a:t>I bring unbiased, expert strategic leadership to grow Microsoft partners and tech-driven businesses by asking the tough questions, independent observation and driving change, so they can scale with confidence.​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9EE5949-EBF4-E29C-516D-644715850E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91840" y="4499305"/>
            <a:ext cx="2286000" cy="1056131"/>
          </a:xfrm>
          <a:noFill/>
          <a:ln>
            <a:noFill/>
          </a:ln>
        </p:spPr>
        <p:txBody>
          <a:bodyPr wrap="square" lIns="36576" tIns="0" rIns="36576" bIns="0">
            <a:noAutofit/>
          </a:bodyPr>
          <a:lstStyle/>
          <a:p>
            <a:pPr>
              <a:lnSpc>
                <a:spcPct val="104000"/>
              </a:lnSpc>
              <a:spcAft>
                <a:spcPts val="300"/>
              </a:spcAft>
              <a:defRPr sz="1100">
                <a:solidFill>
                  <a:srgbClr val="1D2842"/>
                </a:solidFill>
                <a:latin typeface="Krona One"/>
              </a:defRPr>
            </a:pPr>
            <a:r>
              <a:rPr lang="en-GB" sz="1100" b="0">
                <a:solidFill>
                  <a:srgbClr val="1D2842"/>
                </a:solidFill>
                <a:latin typeface="Krona One"/>
              </a:rPr>
              <a:t>Partner Growth &amp; Advisory</a:t>
            </a:r>
          </a:p>
          <a:p>
            <a:pPr>
              <a:lnSpc>
                <a:spcPct val="104000"/>
              </a:lnSpc>
              <a:spcAft>
                <a:spcPts val="300"/>
              </a:spcAft>
              <a:defRPr sz="1100">
                <a:solidFill>
                  <a:srgbClr val="1D2842"/>
                </a:solidFill>
                <a:latin typeface="Krona One"/>
              </a:defRPr>
            </a:pPr>
            <a:r>
              <a:rPr lang="en-GB" sz="1100" b="0">
                <a:solidFill>
                  <a:srgbClr val="1D2842"/>
                </a:solidFill>
                <a:latin typeface="Krona One"/>
              </a:rPr>
              <a:t>AI Adoption</a:t>
            </a:r>
            <a:br>
              <a:rPr lang="en-GB"/>
            </a:br>
            <a:r>
              <a:rPr lang="en-GB" sz="1100" b="0">
                <a:solidFill>
                  <a:srgbClr val="1D2842"/>
                </a:solidFill>
                <a:latin typeface="Krona One"/>
              </a:rPr>
              <a:t>AI Business Applications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7CF9BD8-0DA4-74BE-322A-101CEFBA6FE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44184" y="4499305"/>
            <a:ext cx="2286000" cy="1056131"/>
          </a:xfrm>
          <a:noFill/>
          <a:ln>
            <a:noFill/>
          </a:ln>
        </p:spPr>
        <p:txBody>
          <a:bodyPr wrap="square" lIns="36576" tIns="0" rIns="36576" bIns="0">
            <a:noAutofit/>
          </a:bodyPr>
          <a:lstStyle/>
          <a:p>
            <a:pPr>
              <a:lnSpc>
                <a:spcPct val="104000"/>
              </a:lnSpc>
              <a:spcAft>
                <a:spcPts val="300"/>
              </a:spcAft>
              <a:defRPr sz="1100">
                <a:solidFill>
                  <a:srgbClr val="1D2842"/>
                </a:solidFill>
                <a:latin typeface="Krona One"/>
              </a:defRPr>
            </a:pPr>
            <a:r>
              <a:rPr lang="en-GB" sz="1100" b="0">
                <a:solidFill>
                  <a:srgbClr val="1D2842"/>
                </a:solidFill>
                <a:latin typeface="Krona One"/>
              </a:rPr>
              <a:t>Dual MVP M365 Copilot &amp; Biz Apps x 4 years</a:t>
            </a:r>
            <a:endParaRPr lang="en-US"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C4C4277F-8DDC-6595-AAEA-BCD131236A87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89" b="3089"/>
          <a:stretch>
            <a:fillRect/>
          </a:stretch>
        </p:blipFill>
        <p:spPr>
          <a:xfrm>
            <a:off x="892962" y="1885136"/>
            <a:ext cx="2008597" cy="1751244"/>
          </a:xfrm>
          <a:custGeom>
            <a:avLst/>
            <a:gdLst>
              <a:gd name="csX0" fmla="*/ 0 w 3800692"/>
              <a:gd name="csY0" fmla="*/ 1588299 h 3176598"/>
              <a:gd name="csX1" fmla="*/ 914860 w 3800692"/>
              <a:gd name="csY1" fmla="*/ 1 h 3176598"/>
              <a:gd name="csX2" fmla="*/ 2885832 w 3800692"/>
              <a:gd name="csY2" fmla="*/ 1 h 3176598"/>
              <a:gd name="csX3" fmla="*/ 3800692 w 3800692"/>
              <a:gd name="csY3" fmla="*/ 1588299 h 3176598"/>
              <a:gd name="csX4" fmla="*/ 2885832 w 3800692"/>
              <a:gd name="csY4" fmla="*/ 3176597 h 3176598"/>
              <a:gd name="csX5" fmla="*/ 914860 w 3800692"/>
              <a:gd name="csY5" fmla="*/ 3176597 h 3176598"/>
              <a:gd name="csX6" fmla="*/ 0 w 3800692"/>
              <a:gd name="csY6" fmla="*/ 1588299 h 3176598"/>
              <a:gd name="csX0" fmla="*/ 0 w 3800692"/>
              <a:gd name="csY0" fmla="*/ 1588298 h 3176596"/>
              <a:gd name="csX1" fmla="*/ 914860 w 3800692"/>
              <a:gd name="csY1" fmla="*/ 0 h 3176596"/>
              <a:gd name="csX2" fmla="*/ 2798383 w 3800692"/>
              <a:gd name="csY2" fmla="*/ 19138 h 3176596"/>
              <a:gd name="csX3" fmla="*/ 3800692 w 3800692"/>
              <a:gd name="csY3" fmla="*/ 1588298 h 3176596"/>
              <a:gd name="csX4" fmla="*/ 2885832 w 3800692"/>
              <a:gd name="csY4" fmla="*/ 3176596 h 3176596"/>
              <a:gd name="csX5" fmla="*/ 914860 w 3800692"/>
              <a:gd name="csY5" fmla="*/ 3176596 h 3176596"/>
              <a:gd name="csX6" fmla="*/ 0 w 3800692"/>
              <a:gd name="csY6" fmla="*/ 1588298 h 3176596"/>
              <a:gd name="csX0" fmla="*/ 0 w 3800692"/>
              <a:gd name="csY0" fmla="*/ 1588298 h 3176596"/>
              <a:gd name="csX1" fmla="*/ 914860 w 3800692"/>
              <a:gd name="csY1" fmla="*/ 0 h 3176596"/>
              <a:gd name="csX2" fmla="*/ 2798383 w 3800692"/>
              <a:gd name="csY2" fmla="*/ 19138 h 3176596"/>
              <a:gd name="csX3" fmla="*/ 3800692 w 3800692"/>
              <a:gd name="csY3" fmla="*/ 1588298 h 3176596"/>
              <a:gd name="csX4" fmla="*/ 2885832 w 3800692"/>
              <a:gd name="csY4" fmla="*/ 3176596 h 3176596"/>
              <a:gd name="csX5" fmla="*/ 1029824 w 3800692"/>
              <a:gd name="csY5" fmla="*/ 3138797 h 3176596"/>
              <a:gd name="csX6" fmla="*/ 0 w 3800692"/>
              <a:gd name="csY6" fmla="*/ 1588298 h 3176596"/>
              <a:gd name="csX0" fmla="*/ 0 w 3746451"/>
              <a:gd name="csY0" fmla="*/ 1567580 h 3176596"/>
              <a:gd name="csX1" fmla="*/ 860619 w 3746451"/>
              <a:gd name="csY1" fmla="*/ 0 h 3176596"/>
              <a:gd name="csX2" fmla="*/ 2744142 w 3746451"/>
              <a:gd name="csY2" fmla="*/ 19138 h 3176596"/>
              <a:gd name="csX3" fmla="*/ 3746451 w 3746451"/>
              <a:gd name="csY3" fmla="*/ 1588298 h 3176596"/>
              <a:gd name="csX4" fmla="*/ 2831591 w 3746451"/>
              <a:gd name="csY4" fmla="*/ 3176596 h 3176596"/>
              <a:gd name="csX5" fmla="*/ 975583 w 3746451"/>
              <a:gd name="csY5" fmla="*/ 3138797 h 3176596"/>
              <a:gd name="csX6" fmla="*/ 0 w 3746451"/>
              <a:gd name="csY6" fmla="*/ 1567580 h 3176596"/>
              <a:gd name="csX0" fmla="*/ 0 w 3748508"/>
              <a:gd name="csY0" fmla="*/ 1567580 h 3176596"/>
              <a:gd name="csX1" fmla="*/ 860619 w 3748508"/>
              <a:gd name="csY1" fmla="*/ 0 h 3176596"/>
              <a:gd name="csX2" fmla="*/ 2744142 w 3748508"/>
              <a:gd name="csY2" fmla="*/ 19138 h 3176596"/>
              <a:gd name="csX3" fmla="*/ 3748508 w 3748508"/>
              <a:gd name="csY3" fmla="*/ 1615024 h 3176596"/>
              <a:gd name="csX4" fmla="*/ 2831591 w 3748508"/>
              <a:gd name="csY4" fmla="*/ 3176596 h 3176596"/>
              <a:gd name="csX5" fmla="*/ 975583 w 3748508"/>
              <a:gd name="csY5" fmla="*/ 3138797 h 3176596"/>
              <a:gd name="csX6" fmla="*/ 0 w 3748508"/>
              <a:gd name="csY6" fmla="*/ 1567580 h 3176596"/>
              <a:gd name="csX0" fmla="*/ 0 w 3748508"/>
              <a:gd name="csY0" fmla="*/ 1567580 h 3194781"/>
              <a:gd name="csX1" fmla="*/ 860619 w 3748508"/>
              <a:gd name="csY1" fmla="*/ 0 h 3194781"/>
              <a:gd name="csX2" fmla="*/ 2744142 w 3748508"/>
              <a:gd name="csY2" fmla="*/ 19138 h 3194781"/>
              <a:gd name="csX3" fmla="*/ 3748508 w 3748508"/>
              <a:gd name="csY3" fmla="*/ 1615024 h 3194781"/>
              <a:gd name="csX4" fmla="*/ 2864011 w 3748508"/>
              <a:gd name="csY4" fmla="*/ 3194781 h 3194781"/>
              <a:gd name="csX5" fmla="*/ 975583 w 3748508"/>
              <a:gd name="csY5" fmla="*/ 3138797 h 3194781"/>
              <a:gd name="csX6" fmla="*/ 0 w 3748508"/>
              <a:gd name="csY6" fmla="*/ 1567580 h 3194781"/>
              <a:gd name="csX0" fmla="*/ 0 w 3748508"/>
              <a:gd name="csY0" fmla="*/ 1567580 h 3171693"/>
              <a:gd name="csX1" fmla="*/ 860619 w 3748508"/>
              <a:gd name="csY1" fmla="*/ 0 h 3171693"/>
              <a:gd name="csX2" fmla="*/ 2744142 w 3748508"/>
              <a:gd name="csY2" fmla="*/ 19138 h 3171693"/>
              <a:gd name="csX3" fmla="*/ 3748508 w 3748508"/>
              <a:gd name="csY3" fmla="*/ 1615024 h 3171693"/>
              <a:gd name="csX4" fmla="*/ 2868438 w 3748508"/>
              <a:gd name="csY4" fmla="*/ 3171693 h 3171693"/>
              <a:gd name="csX5" fmla="*/ 975583 w 3748508"/>
              <a:gd name="csY5" fmla="*/ 3138797 h 3171693"/>
              <a:gd name="csX6" fmla="*/ 0 w 3748508"/>
              <a:gd name="csY6" fmla="*/ 1567580 h 31716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748508" h="3171693">
                <a:moveTo>
                  <a:pt x="0" y="1567580"/>
                </a:moveTo>
                <a:lnTo>
                  <a:pt x="860619" y="0"/>
                </a:lnTo>
                <a:lnTo>
                  <a:pt x="2744142" y="19138"/>
                </a:lnTo>
                <a:lnTo>
                  <a:pt x="3748508" y="1615024"/>
                </a:lnTo>
                <a:lnTo>
                  <a:pt x="2868438" y="3171693"/>
                </a:lnTo>
                <a:lnTo>
                  <a:pt x="975583" y="3138797"/>
                </a:lnTo>
                <a:lnTo>
                  <a:pt x="0" y="1567580"/>
                </a:lnTo>
                <a:close/>
              </a:path>
            </a:pathLst>
          </a:custGeom>
          <a:solidFill>
            <a:prstClr val="white"/>
          </a:solidFill>
          <a:ln>
            <a:noFill/>
          </a:ln>
          <a:effectLst/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8E20CC8-9CB9-1AD7-499D-B0724833B8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15" t="11674" r="10260" b="10414"/>
          <a:stretch>
            <a:fillRect/>
          </a:stretch>
        </p:blipFill>
        <p:spPr>
          <a:xfrm>
            <a:off x="9481913" y="4504477"/>
            <a:ext cx="887576" cy="866037"/>
          </a:xfrm>
          <a:prstGeom prst="rect">
            <a:avLst/>
          </a:prstGeom>
        </p:spPr>
      </p:pic>
      <p:pic>
        <p:nvPicPr>
          <p:cNvPr id="17" name="Picture 16" descr="A blue and white logo&#10;&#10;AI-generated content may be incorrect.">
            <a:extLst>
              <a:ext uri="{FF2B5EF4-FFF2-40B4-BE49-F238E27FC236}">
                <a16:creationId xmlns:a16="http://schemas.microsoft.com/office/drawing/2014/main" id="{7C5BC287-F5A3-B701-19AF-83DFD5EB09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0" y="1572768"/>
            <a:ext cx="914400" cy="914400"/>
          </a:xfrm>
          <a:prstGeom prst="rect">
            <a:avLst/>
          </a:prstGeom>
        </p:spPr>
      </p:pic>
      <p:pic>
        <p:nvPicPr>
          <p:cNvPr id="2" name="Picture 1" descr="A qr code with a logo&#10;&#10;AI-generated content may be incorrect.">
            <a:extLst>
              <a:ext uri="{FF2B5EF4-FFF2-40B4-BE49-F238E27FC236}">
                <a16:creationId xmlns:a16="http://schemas.microsoft.com/office/drawing/2014/main" id="{89C17FA9-B1E8-940C-127C-4632C97F083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664" t="9482" r="10845" b="11217"/>
          <a:stretch>
            <a:fillRect/>
          </a:stretch>
        </p:blipFill>
        <p:spPr>
          <a:xfrm>
            <a:off x="1161288" y="3767328"/>
            <a:ext cx="1280160" cy="1246327"/>
          </a:xfrm>
          <a:prstGeom prst="rect">
            <a:avLst/>
          </a:prstGeom>
        </p:spPr>
      </p:pic>
      <p:pic>
        <p:nvPicPr>
          <p:cNvPr id="10" name="Picture 9" descr="Strathos is a logo representing a company that offers strategic consulting services.&#10;&#10;AI-generated content may be incorrect.">
            <a:extLst>
              <a:ext uri="{FF2B5EF4-FFF2-40B4-BE49-F238E27FC236}">
                <a16:creationId xmlns:a16="http://schemas.microsoft.com/office/drawing/2014/main" id="{4FFAA633-6DB0-C2E9-5386-D6AF5A793D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552" y="5047488"/>
            <a:ext cx="1554480" cy="425196"/>
          </a:xfrm>
          <a:prstGeom prst="rect">
            <a:avLst/>
          </a:prstGeom>
        </p:spPr>
      </p:pic>
      <p:sp>
        <p:nvSpPr>
          <p:cNvPr id="18" name="Speaker detail header Focus" descr="Header for Focus">
            <a:extLst>
              <a:ext uri="{FF2B5EF4-FFF2-40B4-BE49-F238E27FC236}">
                <a16:creationId xmlns:a16="http://schemas.microsoft.com/office/drawing/2014/main" id="{C32DE398-C9E1-2631-C024-EEEBF494FA74}"/>
              </a:ext>
            </a:extLst>
          </p:cNvPr>
          <p:cNvSpPr/>
          <p:nvPr/>
        </p:nvSpPr>
        <p:spPr>
          <a:xfrm>
            <a:off x="3291840" y="3986784"/>
            <a:ext cx="2286000" cy="2743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>
              <a:defRPr sz="1300">
                <a:solidFill>
                  <a:srgbClr val="008BEF"/>
                </a:solidFill>
                <a:latin typeface="Krona One"/>
              </a:defRPr>
            </a:pPr>
            <a:r>
              <a:rPr lang="en-GB" sz="1300" b="0">
                <a:solidFill>
                  <a:srgbClr val="008BEF"/>
                </a:solidFill>
                <a:latin typeface="Krona One"/>
              </a:rPr>
              <a:t>Focus</a:t>
            </a:r>
            <a:endParaRPr sz="1400" b="1"/>
          </a:p>
        </p:txBody>
      </p:sp>
      <p:sp>
        <p:nvSpPr>
          <p:cNvPr id="19" name="Speaker detail header Community" descr="Header for Community">
            <a:extLst>
              <a:ext uri="{FF2B5EF4-FFF2-40B4-BE49-F238E27FC236}">
                <a16:creationId xmlns:a16="http://schemas.microsoft.com/office/drawing/2014/main" id="{45C777FE-F939-8A64-FCBE-B51FB60DCDBD}"/>
              </a:ext>
            </a:extLst>
          </p:cNvPr>
          <p:cNvSpPr/>
          <p:nvPr/>
        </p:nvSpPr>
        <p:spPr>
          <a:xfrm>
            <a:off x="6044184" y="3986784"/>
            <a:ext cx="2286000" cy="2743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>
              <a:defRPr sz="1300">
                <a:solidFill>
                  <a:srgbClr val="008BEF"/>
                </a:solidFill>
                <a:latin typeface="Krona One"/>
              </a:defRPr>
            </a:pPr>
            <a:r>
              <a:rPr lang="en-GB" sz="1300" b="0">
                <a:solidFill>
                  <a:srgbClr val="008BEF"/>
                </a:solidFill>
                <a:latin typeface="Krona One"/>
              </a:rPr>
              <a:t>Awards</a:t>
            </a:r>
            <a:endParaRPr sz="1400" b="1"/>
          </a:p>
        </p:txBody>
      </p:sp>
      <p:sp>
        <p:nvSpPr>
          <p:cNvPr id="20" name="Speaker detail header Connect" descr="Header for Connect">
            <a:extLst>
              <a:ext uri="{FF2B5EF4-FFF2-40B4-BE49-F238E27FC236}">
                <a16:creationId xmlns:a16="http://schemas.microsoft.com/office/drawing/2014/main" id="{576FB9AC-E4EE-9A70-BA60-2DB223403D46}"/>
              </a:ext>
            </a:extLst>
          </p:cNvPr>
          <p:cNvSpPr/>
          <p:nvPr/>
        </p:nvSpPr>
        <p:spPr>
          <a:xfrm>
            <a:off x="8778240" y="3986784"/>
            <a:ext cx="2286000" cy="2743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>
              <a:defRPr sz="1300">
                <a:solidFill>
                  <a:srgbClr val="008BEF"/>
                </a:solidFill>
                <a:latin typeface="Krona One"/>
              </a:defRPr>
            </a:pPr>
            <a:r>
              <a:rPr lang="en-GB" sz="1300" b="0">
                <a:solidFill>
                  <a:srgbClr val="008BEF"/>
                </a:solidFill>
                <a:latin typeface="Krona One"/>
              </a:rPr>
              <a:t>Connect</a:t>
            </a:r>
            <a:endParaRPr sz="1400" b="1"/>
          </a:p>
        </p:txBody>
      </p:sp>
      <p:sp>
        <p:nvSpPr>
          <p:cNvPr id="21" name="object 3"/>
          <p:cNvSpPr txBox="1"/>
          <p:nvPr/>
        </p:nvSpPr>
        <p:spPr>
          <a:xfrm>
            <a:off x="8750808" y="548640"/>
            <a:ext cx="1965960" cy="384048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>
              <a:defRPr sz="950">
                <a:solidFill>
                  <a:srgbClr val="008BEF"/>
                </a:solidFill>
                <a:latin typeface="Krona One"/>
              </a:defRPr>
            </a:pPr>
            <a:r>
              <a:rPr sz="950" b="0">
                <a:solidFill>
                  <a:srgbClr val="008BEF"/>
                </a:solidFill>
                <a:latin typeface="Krona One"/>
              </a:rPr>
              <a:t>SOUTH COAST</a:t>
            </a:r>
          </a:p>
          <a:p>
            <a:pPr>
              <a:defRPr sz="950">
                <a:solidFill>
                  <a:srgbClr val="008BEF"/>
                </a:solidFill>
                <a:latin typeface="Krona One"/>
              </a:defRPr>
            </a:pPr>
            <a:r>
              <a:rPr sz="950" b="0">
                <a:solidFill>
                  <a:srgbClr val="008BEF"/>
                </a:solidFill>
                <a:latin typeface="Krona One"/>
              </a:rPr>
              <a:t>USER GROUP</a:t>
            </a:r>
          </a:p>
        </p:txBody>
      </p:sp>
      <p:sp>
        <p:nvSpPr>
          <p:cNvPr id="22" name="object 4"/>
          <p:cNvSpPr txBox="1"/>
          <p:nvPr/>
        </p:nvSpPr>
        <p:spPr>
          <a:xfrm>
            <a:off x="8750808" y="969264"/>
            <a:ext cx="1965960" cy="210312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marR="5080" indent="166370" algn="l">
              <a:lnSpc>
                <a:spcPct val="100000"/>
              </a:lnSpc>
              <a:spcBef>
                <a:spcPts val="100"/>
              </a:spcBef>
              <a:defRPr sz="850">
                <a:solidFill>
                  <a:srgbClr val="1D2842"/>
                </a:solidFill>
                <a:latin typeface="Krona One"/>
              </a:defRPr>
            </a:pPr>
            <a:r>
              <a:rPr lang="en-GB" sz="850" b="0">
                <a:solidFill>
                  <a:srgbClr val="1D2842"/>
                </a:solidFill>
                <a:latin typeface="Krona One"/>
                <a:cs typeface="Krona One"/>
              </a:rPr>
              <a:t>23</a:t>
            </a:r>
            <a:r>
              <a:rPr lang="en-GB" sz="850" b="0" baseline="30000">
                <a:solidFill>
                  <a:srgbClr val="1D2842"/>
                </a:solidFill>
                <a:latin typeface="Krona One"/>
                <a:cs typeface="Krona One"/>
              </a:rPr>
              <a:t>RD</a:t>
            </a:r>
            <a:r>
              <a:rPr lang="en-GB" sz="850" b="0">
                <a:solidFill>
                  <a:srgbClr val="1D2842"/>
                </a:solidFill>
                <a:latin typeface="Krona One"/>
                <a:cs typeface="Krona One"/>
              </a:rPr>
              <a:t> OCTOBER 2026</a:t>
            </a:r>
            <a:endParaRPr sz="1300">
              <a:latin typeface="Krona One"/>
              <a:cs typeface="Krona One"/>
            </a:endParaRPr>
          </a:p>
        </p:txBody>
      </p:sp>
      <p:pic>
        <p:nvPicPr>
          <p:cNvPr id="23" name="Picture 25" descr="Meetup - Wikipedia">
            <a:extLst>
              <a:ext uri="{FF2B5EF4-FFF2-40B4-BE49-F238E27FC236}">
                <a16:creationId xmlns:a16="http://schemas.microsoft.com/office/drawing/2014/main" id="{1F875E31-D75C-D4D6-7D46-70E072C463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96600" y="320150"/>
            <a:ext cx="933329" cy="89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7999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26EEA3-9B65-A8C3-92DF-A2D023DCD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6E3C1F8-0907-D096-B811-0FE6C297D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608" y="502920"/>
            <a:ext cx="8046720" cy="941832"/>
          </a:xfr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1BDBB0"/>
                </a:solidFill>
                <a:latin typeface="Krona One"/>
              </a:defRPr>
            </a:pPr>
            <a:r>
              <a:rPr lang="en-GB" sz="3600" b="0">
                <a:solidFill>
                  <a:srgbClr val="1BDBB0"/>
                </a:solidFill>
                <a:latin typeface="Krona One"/>
              </a:rPr>
              <a:t>Contributors</a:t>
            </a:r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DCE3593A-18B9-797A-0E07-31EDA797D1B5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/>
          <a:srcRect t="12549" b="12549"/>
          <a:stretch/>
        </p:blipFill>
        <p:spPr>
          <a:xfrm>
            <a:off x="892962" y="1885136"/>
            <a:ext cx="2008597" cy="1751244"/>
          </a:xfrm>
          <a:custGeom>
            <a:avLst/>
            <a:gdLst>
              <a:gd name="csX0" fmla="*/ 0 w 3800692"/>
              <a:gd name="csY0" fmla="*/ 1588299 h 3176598"/>
              <a:gd name="csX1" fmla="*/ 914860 w 3800692"/>
              <a:gd name="csY1" fmla="*/ 1 h 3176598"/>
              <a:gd name="csX2" fmla="*/ 2885832 w 3800692"/>
              <a:gd name="csY2" fmla="*/ 1 h 3176598"/>
              <a:gd name="csX3" fmla="*/ 3800692 w 3800692"/>
              <a:gd name="csY3" fmla="*/ 1588299 h 3176598"/>
              <a:gd name="csX4" fmla="*/ 2885832 w 3800692"/>
              <a:gd name="csY4" fmla="*/ 3176597 h 3176598"/>
              <a:gd name="csX5" fmla="*/ 914860 w 3800692"/>
              <a:gd name="csY5" fmla="*/ 3176597 h 3176598"/>
              <a:gd name="csX6" fmla="*/ 0 w 3800692"/>
              <a:gd name="csY6" fmla="*/ 1588299 h 3176598"/>
              <a:gd name="csX0" fmla="*/ 0 w 3800692"/>
              <a:gd name="csY0" fmla="*/ 1588298 h 3176596"/>
              <a:gd name="csX1" fmla="*/ 914860 w 3800692"/>
              <a:gd name="csY1" fmla="*/ 0 h 3176596"/>
              <a:gd name="csX2" fmla="*/ 2798383 w 3800692"/>
              <a:gd name="csY2" fmla="*/ 19138 h 3176596"/>
              <a:gd name="csX3" fmla="*/ 3800692 w 3800692"/>
              <a:gd name="csY3" fmla="*/ 1588298 h 3176596"/>
              <a:gd name="csX4" fmla="*/ 2885832 w 3800692"/>
              <a:gd name="csY4" fmla="*/ 3176596 h 3176596"/>
              <a:gd name="csX5" fmla="*/ 914860 w 3800692"/>
              <a:gd name="csY5" fmla="*/ 3176596 h 3176596"/>
              <a:gd name="csX6" fmla="*/ 0 w 3800692"/>
              <a:gd name="csY6" fmla="*/ 1588298 h 3176596"/>
              <a:gd name="csX0" fmla="*/ 0 w 3800692"/>
              <a:gd name="csY0" fmla="*/ 1588298 h 3176596"/>
              <a:gd name="csX1" fmla="*/ 914860 w 3800692"/>
              <a:gd name="csY1" fmla="*/ 0 h 3176596"/>
              <a:gd name="csX2" fmla="*/ 2798383 w 3800692"/>
              <a:gd name="csY2" fmla="*/ 19138 h 3176596"/>
              <a:gd name="csX3" fmla="*/ 3800692 w 3800692"/>
              <a:gd name="csY3" fmla="*/ 1588298 h 3176596"/>
              <a:gd name="csX4" fmla="*/ 2885832 w 3800692"/>
              <a:gd name="csY4" fmla="*/ 3176596 h 3176596"/>
              <a:gd name="csX5" fmla="*/ 1029824 w 3800692"/>
              <a:gd name="csY5" fmla="*/ 3138797 h 3176596"/>
              <a:gd name="csX6" fmla="*/ 0 w 3800692"/>
              <a:gd name="csY6" fmla="*/ 1588298 h 3176596"/>
              <a:gd name="csX0" fmla="*/ 0 w 3746451"/>
              <a:gd name="csY0" fmla="*/ 1567580 h 3176596"/>
              <a:gd name="csX1" fmla="*/ 860619 w 3746451"/>
              <a:gd name="csY1" fmla="*/ 0 h 3176596"/>
              <a:gd name="csX2" fmla="*/ 2744142 w 3746451"/>
              <a:gd name="csY2" fmla="*/ 19138 h 3176596"/>
              <a:gd name="csX3" fmla="*/ 3746451 w 3746451"/>
              <a:gd name="csY3" fmla="*/ 1588298 h 3176596"/>
              <a:gd name="csX4" fmla="*/ 2831591 w 3746451"/>
              <a:gd name="csY4" fmla="*/ 3176596 h 3176596"/>
              <a:gd name="csX5" fmla="*/ 975583 w 3746451"/>
              <a:gd name="csY5" fmla="*/ 3138797 h 3176596"/>
              <a:gd name="csX6" fmla="*/ 0 w 3746451"/>
              <a:gd name="csY6" fmla="*/ 1567580 h 3176596"/>
              <a:gd name="csX0" fmla="*/ 0 w 3748508"/>
              <a:gd name="csY0" fmla="*/ 1567580 h 3176596"/>
              <a:gd name="csX1" fmla="*/ 860619 w 3748508"/>
              <a:gd name="csY1" fmla="*/ 0 h 3176596"/>
              <a:gd name="csX2" fmla="*/ 2744142 w 3748508"/>
              <a:gd name="csY2" fmla="*/ 19138 h 3176596"/>
              <a:gd name="csX3" fmla="*/ 3748508 w 3748508"/>
              <a:gd name="csY3" fmla="*/ 1615024 h 3176596"/>
              <a:gd name="csX4" fmla="*/ 2831591 w 3748508"/>
              <a:gd name="csY4" fmla="*/ 3176596 h 3176596"/>
              <a:gd name="csX5" fmla="*/ 975583 w 3748508"/>
              <a:gd name="csY5" fmla="*/ 3138797 h 3176596"/>
              <a:gd name="csX6" fmla="*/ 0 w 3748508"/>
              <a:gd name="csY6" fmla="*/ 1567580 h 3176596"/>
              <a:gd name="csX0" fmla="*/ 0 w 3748508"/>
              <a:gd name="csY0" fmla="*/ 1567580 h 3194781"/>
              <a:gd name="csX1" fmla="*/ 860619 w 3748508"/>
              <a:gd name="csY1" fmla="*/ 0 h 3194781"/>
              <a:gd name="csX2" fmla="*/ 2744142 w 3748508"/>
              <a:gd name="csY2" fmla="*/ 19138 h 3194781"/>
              <a:gd name="csX3" fmla="*/ 3748508 w 3748508"/>
              <a:gd name="csY3" fmla="*/ 1615024 h 3194781"/>
              <a:gd name="csX4" fmla="*/ 2864011 w 3748508"/>
              <a:gd name="csY4" fmla="*/ 3194781 h 3194781"/>
              <a:gd name="csX5" fmla="*/ 975583 w 3748508"/>
              <a:gd name="csY5" fmla="*/ 3138797 h 3194781"/>
              <a:gd name="csX6" fmla="*/ 0 w 3748508"/>
              <a:gd name="csY6" fmla="*/ 1567580 h 3194781"/>
              <a:gd name="csX0" fmla="*/ 0 w 3748508"/>
              <a:gd name="csY0" fmla="*/ 1567580 h 3171693"/>
              <a:gd name="csX1" fmla="*/ 860619 w 3748508"/>
              <a:gd name="csY1" fmla="*/ 0 h 3171693"/>
              <a:gd name="csX2" fmla="*/ 2744142 w 3748508"/>
              <a:gd name="csY2" fmla="*/ 19138 h 3171693"/>
              <a:gd name="csX3" fmla="*/ 3748508 w 3748508"/>
              <a:gd name="csY3" fmla="*/ 1615024 h 3171693"/>
              <a:gd name="csX4" fmla="*/ 2868438 w 3748508"/>
              <a:gd name="csY4" fmla="*/ 3171693 h 3171693"/>
              <a:gd name="csX5" fmla="*/ 975583 w 3748508"/>
              <a:gd name="csY5" fmla="*/ 3138797 h 3171693"/>
              <a:gd name="csX6" fmla="*/ 0 w 3748508"/>
              <a:gd name="csY6" fmla="*/ 1567580 h 31716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748508" h="3171693">
                <a:moveTo>
                  <a:pt x="0" y="1567580"/>
                </a:moveTo>
                <a:lnTo>
                  <a:pt x="860619" y="0"/>
                </a:lnTo>
                <a:lnTo>
                  <a:pt x="2744142" y="19138"/>
                </a:lnTo>
                <a:lnTo>
                  <a:pt x="3748508" y="1615024"/>
                </a:lnTo>
                <a:lnTo>
                  <a:pt x="2868438" y="3171693"/>
                </a:lnTo>
                <a:lnTo>
                  <a:pt x="975583" y="3138797"/>
                </a:lnTo>
                <a:lnTo>
                  <a:pt x="0" y="1567580"/>
                </a:lnTo>
                <a:close/>
              </a:path>
            </a:pathLst>
          </a:custGeom>
          <a:solidFill>
            <a:prstClr val="white"/>
          </a:solidFill>
          <a:ln>
            <a:noFill/>
          </a:ln>
          <a:effectLst/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8BC7984-F062-6F86-8DDC-15C189E94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37560" y="1600200"/>
            <a:ext cx="5943600" cy="438912"/>
          </a:xfrm>
          <a:noFill/>
          <a:ln>
            <a:noFill/>
          </a:ln>
        </p:spPr>
        <p:txBody>
          <a:bodyPr vert="horz" wrap="square" lIns="91440" tIns="0" rIns="91440" bIns="0" rtlCol="0" anchor="t">
            <a:noAutofit/>
          </a:bodyPr>
          <a:lstStyle/>
          <a:p>
            <a:pPr>
              <a:defRPr sz="2400" b="1">
                <a:solidFill>
                  <a:srgbClr val="1D2842"/>
                </a:solidFill>
                <a:latin typeface="Krona One"/>
              </a:defRPr>
            </a:pPr>
            <a:r>
              <a:rPr lang="en-GB" sz="2400" b="0">
                <a:solidFill>
                  <a:srgbClr val="1D2842"/>
                </a:solidFill>
                <a:latin typeface="Krona One"/>
              </a:rPr>
              <a:t>Areti Iles</a:t>
            </a:r>
            <a:endParaRPr lang="en-US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AF7D675-D890-EC57-321D-AB31F9AFA7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7560" y="2148840"/>
            <a:ext cx="7772400" cy="475488"/>
          </a:xfrm>
          <a:noFill/>
          <a:ln>
            <a:noFill/>
          </a:ln>
        </p:spPr>
        <p:txBody>
          <a:bodyPr vert="horz" wrap="square" lIns="91440" tIns="0" rIns="91440" bIns="0" rtlCol="0" anchor="t">
            <a:noAutofit/>
          </a:bodyPr>
          <a:lstStyle/>
          <a:p>
            <a:pPr>
              <a:defRPr sz="1500" b="1">
                <a:solidFill>
                  <a:srgbClr val="008BEF"/>
                </a:solidFill>
                <a:latin typeface="Krona One"/>
              </a:defRPr>
            </a:pPr>
            <a:r>
              <a:rPr lang="en-GB" sz="1500" b="0">
                <a:solidFill>
                  <a:srgbClr val="008BEF"/>
                </a:solidFill>
                <a:latin typeface="Krona One"/>
              </a:rPr>
              <a:t>Technology Director // Telefonica Tech</a:t>
            </a:r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CF358A77-8104-EB2D-9D14-7EF920F883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91840" y="4499305"/>
            <a:ext cx="2286000" cy="1056131"/>
          </a:xfrm>
          <a:noFill/>
          <a:ln>
            <a:noFill/>
          </a:ln>
        </p:spPr>
        <p:txBody>
          <a:bodyPr vert="horz" wrap="square" lIns="36576" tIns="0" rIns="36576" bIns="0" rtlCol="0" anchor="t">
            <a:noAutofit/>
          </a:bodyPr>
          <a:lstStyle/>
          <a:p>
            <a:pPr>
              <a:lnSpc>
                <a:spcPct val="104000"/>
              </a:lnSpc>
              <a:spcAft>
                <a:spcPts val="300"/>
              </a:spcAft>
              <a:defRPr sz="1100">
                <a:solidFill>
                  <a:srgbClr val="1D2842"/>
                </a:solidFill>
                <a:latin typeface="Krona One"/>
              </a:defRPr>
            </a:pPr>
            <a:r>
              <a:rPr lang="en-GB" sz="1100" b="0">
                <a:solidFill>
                  <a:srgbClr val="1D2842"/>
                </a:solidFill>
                <a:latin typeface="Krona One"/>
              </a:rPr>
              <a:t>AI Business Applications</a:t>
            </a:r>
            <a:endParaRPr lang="en-US" sz="1400"/>
          </a:p>
          <a:p>
            <a:pPr>
              <a:lnSpc>
                <a:spcPct val="104000"/>
              </a:lnSpc>
              <a:spcAft>
                <a:spcPts val="300"/>
              </a:spcAft>
              <a:defRPr sz="1100">
                <a:solidFill>
                  <a:srgbClr val="1D2842"/>
                </a:solidFill>
                <a:latin typeface="Krona One"/>
              </a:defRPr>
            </a:pPr>
            <a:r>
              <a:rPr lang="en-GB" sz="1100" b="0">
                <a:solidFill>
                  <a:srgbClr val="1D2842"/>
                </a:solidFill>
                <a:latin typeface="Krona One"/>
              </a:rPr>
              <a:t>AI Compliance</a:t>
            </a:r>
          </a:p>
          <a:p>
            <a:pPr>
              <a:lnSpc>
                <a:spcPct val="104000"/>
              </a:lnSpc>
              <a:spcAft>
                <a:spcPts val="300"/>
              </a:spcAft>
              <a:defRPr sz="1100">
                <a:solidFill>
                  <a:srgbClr val="1D2842"/>
                </a:solidFill>
                <a:latin typeface="Krona One"/>
              </a:defRPr>
            </a:pPr>
            <a:r>
              <a:rPr lang="en-GB" sz="1100" b="0">
                <a:solidFill>
                  <a:srgbClr val="1D2842"/>
                </a:solidFill>
                <a:latin typeface="Krona One"/>
              </a:rPr>
              <a:t>AI Adoption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A88AF9E0-564B-EC72-07D4-2D34F51B960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44184" y="4499305"/>
            <a:ext cx="2286000" cy="1056131"/>
          </a:xfrm>
          <a:noFill/>
          <a:ln>
            <a:noFill/>
          </a:ln>
        </p:spPr>
        <p:txBody>
          <a:bodyPr vert="horz" wrap="square" lIns="36576" tIns="0" rIns="36576" bIns="0" rtlCol="0" anchor="t">
            <a:noAutofit/>
          </a:bodyPr>
          <a:lstStyle/>
          <a:p>
            <a:pPr>
              <a:lnSpc>
                <a:spcPct val="104000"/>
              </a:lnSpc>
              <a:spcAft>
                <a:spcPts val="300"/>
              </a:spcAft>
              <a:defRPr sz="1100">
                <a:solidFill>
                  <a:srgbClr val="1D2842"/>
                </a:solidFill>
                <a:latin typeface="Krona One"/>
              </a:defRPr>
            </a:pPr>
            <a:r>
              <a:rPr lang="en-GB" sz="1100" b="0">
                <a:solidFill>
                  <a:srgbClr val="1D2842"/>
                </a:solidFill>
                <a:latin typeface="Krona One"/>
              </a:rPr>
              <a:t>Microsoft MVP x2</a:t>
            </a:r>
            <a:endParaRPr lang="en-US"/>
          </a:p>
          <a:p>
            <a:pPr>
              <a:lnSpc>
                <a:spcPct val="104000"/>
              </a:lnSpc>
              <a:spcAft>
                <a:spcPts val="300"/>
              </a:spcAft>
              <a:defRPr sz="1100">
                <a:solidFill>
                  <a:srgbClr val="1D2842"/>
                </a:solidFill>
                <a:latin typeface="Krona One"/>
              </a:defRPr>
            </a:pPr>
            <a:r>
              <a:rPr lang="en-GB" sz="1100" b="0" err="1">
                <a:solidFill>
                  <a:srgbClr val="1D2842"/>
                </a:solidFill>
                <a:latin typeface="Krona One"/>
              </a:rPr>
              <a:t>BizApps</a:t>
            </a:r>
            <a:r>
              <a:rPr lang="en-GB" sz="1100" b="0">
                <a:solidFill>
                  <a:srgbClr val="1D2842"/>
                </a:solidFill>
                <a:latin typeface="Krona One"/>
              </a:rPr>
              <a:t> Evangelist 2025</a:t>
            </a:r>
          </a:p>
          <a:p>
            <a:pPr>
              <a:lnSpc>
                <a:spcPct val="104000"/>
              </a:lnSpc>
              <a:spcAft>
                <a:spcPts val="300"/>
              </a:spcAft>
              <a:defRPr sz="1100">
                <a:solidFill>
                  <a:srgbClr val="1D2842"/>
                </a:solidFill>
                <a:latin typeface="Krona One"/>
              </a:defRPr>
            </a:pPr>
            <a:r>
              <a:rPr lang="en-GB" sz="1100" b="0">
                <a:solidFill>
                  <a:srgbClr val="1D2842"/>
                </a:solidFill>
                <a:latin typeface="Krona One"/>
              </a:rPr>
              <a:t>Community Hero 2024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128B56-9D2F-2088-0AAF-F56DC28862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4782" y="4485320"/>
            <a:ext cx="943625" cy="92714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FB2D1AD-9684-AC00-B426-C28FF56D82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484" y="4420524"/>
            <a:ext cx="1818964" cy="751114"/>
          </a:xfrm>
          <a:prstGeom prst="rect">
            <a:avLst/>
          </a:prstGeom>
        </p:spPr>
      </p:pic>
      <p:sp>
        <p:nvSpPr>
          <p:cNvPr id="32" name="Speaker detail header Focus" descr="Header for Focus">
            <a:extLst>
              <a:ext uri="{FF2B5EF4-FFF2-40B4-BE49-F238E27FC236}">
                <a16:creationId xmlns:a16="http://schemas.microsoft.com/office/drawing/2014/main" id="{C32DE398-C9E1-2631-C024-EEEBF494FA74}"/>
              </a:ext>
            </a:extLst>
          </p:cNvPr>
          <p:cNvSpPr/>
          <p:nvPr/>
        </p:nvSpPr>
        <p:spPr>
          <a:xfrm>
            <a:off x="3291840" y="3986784"/>
            <a:ext cx="2286000" cy="2743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>
              <a:defRPr sz="1300">
                <a:solidFill>
                  <a:srgbClr val="008BEF"/>
                </a:solidFill>
                <a:latin typeface="Krona One"/>
              </a:defRPr>
            </a:pPr>
            <a:r>
              <a:rPr lang="en-GB" sz="1300" b="0">
                <a:solidFill>
                  <a:srgbClr val="008BEF"/>
                </a:solidFill>
                <a:latin typeface="Krona One"/>
              </a:rPr>
              <a:t>Focus</a:t>
            </a:r>
            <a:endParaRPr sz="1400" b="1"/>
          </a:p>
        </p:txBody>
      </p:sp>
      <p:sp>
        <p:nvSpPr>
          <p:cNvPr id="33" name="Speaker detail header Community" descr="Header for Community">
            <a:extLst>
              <a:ext uri="{FF2B5EF4-FFF2-40B4-BE49-F238E27FC236}">
                <a16:creationId xmlns:a16="http://schemas.microsoft.com/office/drawing/2014/main" id="{45C777FE-F939-8A64-FCBE-B51FB60DCDBD}"/>
              </a:ext>
            </a:extLst>
          </p:cNvPr>
          <p:cNvSpPr/>
          <p:nvPr/>
        </p:nvSpPr>
        <p:spPr>
          <a:xfrm>
            <a:off x="6044184" y="3986784"/>
            <a:ext cx="2286000" cy="2743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>
              <a:defRPr sz="1300">
                <a:solidFill>
                  <a:srgbClr val="008BEF"/>
                </a:solidFill>
                <a:latin typeface="Krona One"/>
              </a:defRPr>
            </a:pPr>
            <a:r>
              <a:rPr lang="en-GB" sz="1300" b="0">
                <a:solidFill>
                  <a:srgbClr val="008BEF"/>
                </a:solidFill>
                <a:latin typeface="Krona One"/>
              </a:rPr>
              <a:t>Awards</a:t>
            </a:r>
            <a:endParaRPr sz="1400" b="1"/>
          </a:p>
        </p:txBody>
      </p:sp>
      <p:sp>
        <p:nvSpPr>
          <p:cNvPr id="34" name="Speaker detail header Connect" descr="Header for Connect">
            <a:extLst>
              <a:ext uri="{FF2B5EF4-FFF2-40B4-BE49-F238E27FC236}">
                <a16:creationId xmlns:a16="http://schemas.microsoft.com/office/drawing/2014/main" id="{576FB9AC-E4EE-9A70-BA60-2DB223403D46}"/>
              </a:ext>
            </a:extLst>
          </p:cNvPr>
          <p:cNvSpPr/>
          <p:nvPr/>
        </p:nvSpPr>
        <p:spPr>
          <a:xfrm>
            <a:off x="8778240" y="3986784"/>
            <a:ext cx="2286000" cy="2743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>
              <a:defRPr sz="1300">
                <a:solidFill>
                  <a:srgbClr val="008BEF"/>
                </a:solidFill>
                <a:latin typeface="Krona One"/>
              </a:defRPr>
            </a:pPr>
            <a:r>
              <a:rPr lang="en-GB" sz="1300" b="0">
                <a:solidFill>
                  <a:srgbClr val="008BEF"/>
                </a:solidFill>
                <a:latin typeface="Krona One"/>
              </a:rPr>
              <a:t>Connect</a:t>
            </a:r>
            <a:endParaRPr sz="1400" b="1"/>
          </a:p>
        </p:txBody>
      </p:sp>
      <p:sp>
        <p:nvSpPr>
          <p:cNvPr id="35" name="object 3"/>
          <p:cNvSpPr txBox="1"/>
          <p:nvPr/>
        </p:nvSpPr>
        <p:spPr>
          <a:xfrm>
            <a:off x="8750808" y="548640"/>
            <a:ext cx="1965960" cy="384048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>
              <a:defRPr sz="950">
                <a:solidFill>
                  <a:srgbClr val="008BEF"/>
                </a:solidFill>
                <a:latin typeface="Krona One"/>
              </a:defRPr>
            </a:pPr>
            <a:r>
              <a:rPr sz="950" b="0">
                <a:solidFill>
                  <a:srgbClr val="008BEF"/>
                </a:solidFill>
                <a:latin typeface="Krona One"/>
              </a:rPr>
              <a:t>SOUTH COAST</a:t>
            </a:r>
          </a:p>
          <a:p>
            <a:pPr>
              <a:defRPr sz="950">
                <a:solidFill>
                  <a:srgbClr val="008BEF"/>
                </a:solidFill>
                <a:latin typeface="Krona One"/>
              </a:defRPr>
            </a:pPr>
            <a:r>
              <a:rPr sz="950" b="0">
                <a:solidFill>
                  <a:srgbClr val="008BEF"/>
                </a:solidFill>
                <a:latin typeface="Krona One"/>
              </a:rPr>
              <a:t>USER GROUP</a:t>
            </a:r>
          </a:p>
        </p:txBody>
      </p:sp>
      <p:sp>
        <p:nvSpPr>
          <p:cNvPr id="36" name="object 4"/>
          <p:cNvSpPr txBox="1"/>
          <p:nvPr/>
        </p:nvSpPr>
        <p:spPr>
          <a:xfrm>
            <a:off x="8750808" y="969264"/>
            <a:ext cx="1965960" cy="210312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marR="5080" indent="166370" algn="l">
              <a:lnSpc>
                <a:spcPct val="100000"/>
              </a:lnSpc>
              <a:spcBef>
                <a:spcPts val="100"/>
              </a:spcBef>
              <a:defRPr sz="850">
                <a:solidFill>
                  <a:srgbClr val="1D2842"/>
                </a:solidFill>
                <a:latin typeface="Krona One"/>
              </a:defRPr>
            </a:pPr>
            <a:r>
              <a:rPr lang="en-GB" sz="850" b="0">
                <a:solidFill>
                  <a:srgbClr val="1D2842"/>
                </a:solidFill>
                <a:latin typeface="Krona One"/>
                <a:cs typeface="Krona One"/>
              </a:rPr>
              <a:t>23</a:t>
            </a:r>
            <a:r>
              <a:rPr lang="en-GB" sz="850" b="0" baseline="30000">
                <a:solidFill>
                  <a:srgbClr val="1D2842"/>
                </a:solidFill>
                <a:latin typeface="Krona One"/>
                <a:cs typeface="Krona One"/>
              </a:rPr>
              <a:t>RD</a:t>
            </a:r>
            <a:r>
              <a:rPr lang="en-GB" sz="850" b="0">
                <a:solidFill>
                  <a:srgbClr val="1D2842"/>
                </a:solidFill>
                <a:latin typeface="Krona One"/>
                <a:cs typeface="Krona One"/>
              </a:rPr>
              <a:t> OCTOBER 2026</a:t>
            </a:r>
            <a:endParaRPr sz="1300">
              <a:latin typeface="Krona One"/>
              <a:cs typeface="Krona One"/>
            </a:endParaRPr>
          </a:p>
        </p:txBody>
      </p:sp>
      <p:pic>
        <p:nvPicPr>
          <p:cNvPr id="37" name="Picture 25" descr="Meetup - Wikipedia">
            <a:extLst>
              <a:ext uri="{FF2B5EF4-FFF2-40B4-BE49-F238E27FC236}">
                <a16:creationId xmlns:a16="http://schemas.microsoft.com/office/drawing/2014/main" id="{1F875E31-D75C-D4D6-7D46-70E072C463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96600" y="320150"/>
            <a:ext cx="933329" cy="89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0527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05C77D-4DCF-7326-292D-F143EF12E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3817EFE-EA48-DFDF-59BC-69899508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608" y="502920"/>
            <a:ext cx="8046720" cy="941832"/>
          </a:xfr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1BDBB0"/>
                </a:solidFill>
                <a:latin typeface="Krona One"/>
              </a:defRPr>
            </a:pPr>
            <a:r>
              <a:rPr lang="en-GB" sz="3600" b="0">
                <a:solidFill>
                  <a:srgbClr val="1BDBB0"/>
                </a:solidFill>
                <a:latin typeface="Krona One"/>
              </a:rPr>
              <a:t>Contributors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92C6C1-A1AD-5AFC-7634-63ABF11FE8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37560" y="1600200"/>
            <a:ext cx="5943600" cy="438912"/>
          </a:xfrm>
          <a:noFill/>
          <a:ln>
            <a:noFill/>
          </a:ln>
        </p:spPr>
        <p:txBody>
          <a:bodyPr wrap="square" tIns="0" bIns="0">
            <a:noAutofit/>
          </a:bodyPr>
          <a:lstStyle/>
          <a:p>
            <a:pPr>
              <a:defRPr sz="2400" b="1">
                <a:solidFill>
                  <a:srgbClr val="1D2842"/>
                </a:solidFill>
                <a:latin typeface="Krona One"/>
              </a:defRPr>
            </a:pPr>
            <a:r>
              <a:rPr lang="en-GB" sz="2400" b="0">
                <a:solidFill>
                  <a:srgbClr val="1D2842"/>
                </a:solidFill>
                <a:latin typeface="Krona One"/>
              </a:rPr>
              <a:t>Ian Tweedie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DA8F15-296D-24F9-B522-FF58704DC69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7560" y="2148840"/>
            <a:ext cx="7772400" cy="475488"/>
          </a:xfrm>
          <a:noFill/>
          <a:ln>
            <a:noFill/>
          </a:ln>
        </p:spPr>
        <p:txBody>
          <a:bodyPr wrap="square" tIns="0" bIns="0">
            <a:noAutofit/>
          </a:bodyPr>
          <a:lstStyle/>
          <a:p>
            <a:pPr>
              <a:defRPr sz="1500" b="1">
                <a:solidFill>
                  <a:srgbClr val="008BEF"/>
                </a:solidFill>
                <a:latin typeface="Krona One"/>
              </a:defRPr>
            </a:pPr>
            <a:r>
              <a:rPr lang="en-GB" sz="1500" b="0">
                <a:solidFill>
                  <a:srgbClr val="008BEF"/>
                </a:solidFill>
                <a:latin typeface="Krona One"/>
              </a:rPr>
              <a:t>Senior Solution Architect // Capgemini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9C7FBDF-947A-FBCF-9676-A2B6E2F3A9E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7560" y="2697480"/>
            <a:ext cx="7772400" cy="1060704"/>
          </a:xfrm>
          <a:noFill/>
          <a:ln>
            <a:noFill/>
          </a:ln>
        </p:spPr>
        <p:txBody>
          <a:bodyPr wrap="square" tIns="0" bIns="0">
            <a:noAutofit/>
          </a:bodyPr>
          <a:lstStyle/>
          <a:p>
            <a:pPr>
              <a:defRPr sz="1300">
                <a:solidFill>
                  <a:srgbClr val="1D2842"/>
                </a:solidFill>
                <a:latin typeface="Krona One"/>
              </a:defRPr>
            </a:pPr>
            <a:r>
              <a:rPr lang="en-GB" sz="1300" b="0">
                <a:solidFill>
                  <a:srgbClr val="1D2842"/>
                </a:solidFill>
                <a:latin typeface="Krona One"/>
              </a:rPr>
              <a:t>I bring strategic and technical leadership to complex digital transformation, helping organisations get more from Microsoft Power Platform by challenging assumptions, simplifying complexity and connecting technology decisions to real business outcomes.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168BF3-72B1-7829-9938-D138435A81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91840" y="4499305"/>
            <a:ext cx="2286000" cy="1056131"/>
          </a:xfrm>
          <a:noFill/>
          <a:ln>
            <a:noFill/>
          </a:ln>
        </p:spPr>
        <p:txBody>
          <a:bodyPr wrap="square" lIns="36576" tIns="0" rIns="36576" bIns="0">
            <a:noAutofit/>
          </a:bodyPr>
          <a:lstStyle/>
          <a:p>
            <a:pPr>
              <a:lnSpc>
                <a:spcPct val="104000"/>
              </a:lnSpc>
              <a:spcAft>
                <a:spcPts val="300"/>
              </a:spcAft>
              <a:defRPr sz="1100">
                <a:solidFill>
                  <a:srgbClr val="1D2842"/>
                </a:solidFill>
                <a:latin typeface="Krona One"/>
              </a:defRPr>
            </a:pPr>
            <a:r>
              <a:rPr lang="en-GB" sz="1100" b="0">
                <a:solidFill>
                  <a:srgbClr val="1D2842"/>
                </a:solidFill>
                <a:latin typeface="Krona One"/>
              </a:rPr>
              <a:t>Delivery in Enterprise</a:t>
            </a:r>
          </a:p>
          <a:p>
            <a:pPr>
              <a:lnSpc>
                <a:spcPct val="104000"/>
              </a:lnSpc>
              <a:spcAft>
                <a:spcPts val="300"/>
              </a:spcAft>
              <a:defRPr sz="1100">
                <a:solidFill>
                  <a:srgbClr val="1D2842"/>
                </a:solidFill>
                <a:latin typeface="Krona One"/>
              </a:defRPr>
            </a:pPr>
            <a:r>
              <a:rPr lang="en-GB" sz="1100" b="0">
                <a:solidFill>
                  <a:srgbClr val="1D2842"/>
                </a:solidFill>
                <a:latin typeface="Krona One"/>
              </a:rPr>
              <a:t>Complex Architecture </a:t>
            </a:r>
          </a:p>
          <a:p>
            <a:pPr>
              <a:lnSpc>
                <a:spcPct val="104000"/>
              </a:lnSpc>
              <a:spcAft>
                <a:spcPts val="300"/>
              </a:spcAft>
              <a:defRPr sz="1100">
                <a:solidFill>
                  <a:srgbClr val="1D2842"/>
                </a:solidFill>
                <a:latin typeface="Krona One"/>
              </a:defRPr>
            </a:pPr>
            <a:r>
              <a:rPr lang="en-GB" sz="1100" b="0">
                <a:solidFill>
                  <a:srgbClr val="1D2842"/>
                </a:solidFill>
                <a:latin typeface="Krona One"/>
              </a:rPr>
              <a:t>Integrations</a:t>
            </a: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BFD3403-940B-6103-E938-2A28A6E18B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44184" y="4499305"/>
            <a:ext cx="2286000" cy="1056131"/>
          </a:xfrm>
          <a:noFill/>
          <a:ln>
            <a:noFill/>
          </a:ln>
        </p:spPr>
        <p:txBody>
          <a:bodyPr wrap="square" lIns="36576" tIns="0" rIns="36576" bIns="0">
            <a:noAutofit/>
          </a:bodyPr>
          <a:lstStyle/>
          <a:p>
            <a:pPr>
              <a:lnSpc>
                <a:spcPct val="104000"/>
              </a:lnSpc>
              <a:spcAft>
                <a:spcPts val="300"/>
              </a:spcAft>
              <a:defRPr sz="1100">
                <a:solidFill>
                  <a:srgbClr val="1D2842"/>
                </a:solidFill>
                <a:latin typeface="Krona One"/>
              </a:defRPr>
            </a:pPr>
            <a:r>
              <a:rPr lang="en-GB" sz="1100" b="0">
                <a:solidFill>
                  <a:srgbClr val="1D2842"/>
                </a:solidFill>
                <a:latin typeface="Krona One"/>
              </a:rPr>
              <a:t>Dynamite Tech Awards, Peoples Choice 2025</a:t>
            </a:r>
          </a:p>
          <a:p>
            <a:pPr>
              <a:lnSpc>
                <a:spcPct val="104000"/>
              </a:lnSpc>
              <a:spcAft>
                <a:spcPts val="300"/>
              </a:spcAft>
              <a:defRPr sz="1100">
                <a:solidFill>
                  <a:srgbClr val="1D2842"/>
                </a:solidFill>
                <a:latin typeface="Krona One"/>
              </a:defRPr>
            </a:pPr>
            <a:r>
              <a:rPr lang="en-GB" sz="1100" b="0" err="1">
                <a:solidFill>
                  <a:srgbClr val="1D2842"/>
                </a:solidFill>
                <a:latin typeface="Krona One"/>
              </a:rPr>
              <a:t>BizApps</a:t>
            </a:r>
            <a:r>
              <a:rPr lang="en-GB" sz="1100" b="0">
                <a:solidFill>
                  <a:srgbClr val="1D2842"/>
                </a:solidFill>
                <a:latin typeface="Krona One"/>
              </a:rPr>
              <a:t> Evangelist 2026</a:t>
            </a:r>
          </a:p>
          <a:p>
            <a:pPr>
              <a:lnSpc>
                <a:spcPct val="104000"/>
              </a:lnSpc>
              <a:spcAft>
                <a:spcPts val="300"/>
              </a:spcAft>
              <a:defRPr sz="1100">
                <a:solidFill>
                  <a:srgbClr val="1D2842"/>
                </a:solidFill>
                <a:latin typeface="Krona One"/>
              </a:defRPr>
            </a:pPr>
            <a:endParaRPr lang="en-US"/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09E627D6-9652-C850-B4B8-D7CF8079C154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8" b="2818"/>
          <a:stretch>
            <a:fillRect/>
          </a:stretch>
        </p:blipFill>
        <p:spPr>
          <a:xfrm>
            <a:off x="892962" y="1885136"/>
            <a:ext cx="2008597" cy="1751244"/>
          </a:xfrm>
          <a:custGeom>
            <a:avLst/>
            <a:gdLst>
              <a:gd name="csX0" fmla="*/ 0 w 3800692"/>
              <a:gd name="csY0" fmla="*/ 1588299 h 3176598"/>
              <a:gd name="csX1" fmla="*/ 914860 w 3800692"/>
              <a:gd name="csY1" fmla="*/ 1 h 3176598"/>
              <a:gd name="csX2" fmla="*/ 2885832 w 3800692"/>
              <a:gd name="csY2" fmla="*/ 1 h 3176598"/>
              <a:gd name="csX3" fmla="*/ 3800692 w 3800692"/>
              <a:gd name="csY3" fmla="*/ 1588299 h 3176598"/>
              <a:gd name="csX4" fmla="*/ 2885832 w 3800692"/>
              <a:gd name="csY4" fmla="*/ 3176597 h 3176598"/>
              <a:gd name="csX5" fmla="*/ 914860 w 3800692"/>
              <a:gd name="csY5" fmla="*/ 3176597 h 3176598"/>
              <a:gd name="csX6" fmla="*/ 0 w 3800692"/>
              <a:gd name="csY6" fmla="*/ 1588299 h 3176598"/>
              <a:gd name="csX0" fmla="*/ 0 w 3800692"/>
              <a:gd name="csY0" fmla="*/ 1588298 h 3176596"/>
              <a:gd name="csX1" fmla="*/ 914860 w 3800692"/>
              <a:gd name="csY1" fmla="*/ 0 h 3176596"/>
              <a:gd name="csX2" fmla="*/ 2798383 w 3800692"/>
              <a:gd name="csY2" fmla="*/ 19138 h 3176596"/>
              <a:gd name="csX3" fmla="*/ 3800692 w 3800692"/>
              <a:gd name="csY3" fmla="*/ 1588298 h 3176596"/>
              <a:gd name="csX4" fmla="*/ 2885832 w 3800692"/>
              <a:gd name="csY4" fmla="*/ 3176596 h 3176596"/>
              <a:gd name="csX5" fmla="*/ 914860 w 3800692"/>
              <a:gd name="csY5" fmla="*/ 3176596 h 3176596"/>
              <a:gd name="csX6" fmla="*/ 0 w 3800692"/>
              <a:gd name="csY6" fmla="*/ 1588298 h 3176596"/>
              <a:gd name="csX0" fmla="*/ 0 w 3800692"/>
              <a:gd name="csY0" fmla="*/ 1588298 h 3176596"/>
              <a:gd name="csX1" fmla="*/ 914860 w 3800692"/>
              <a:gd name="csY1" fmla="*/ 0 h 3176596"/>
              <a:gd name="csX2" fmla="*/ 2798383 w 3800692"/>
              <a:gd name="csY2" fmla="*/ 19138 h 3176596"/>
              <a:gd name="csX3" fmla="*/ 3800692 w 3800692"/>
              <a:gd name="csY3" fmla="*/ 1588298 h 3176596"/>
              <a:gd name="csX4" fmla="*/ 2885832 w 3800692"/>
              <a:gd name="csY4" fmla="*/ 3176596 h 3176596"/>
              <a:gd name="csX5" fmla="*/ 1029824 w 3800692"/>
              <a:gd name="csY5" fmla="*/ 3138797 h 3176596"/>
              <a:gd name="csX6" fmla="*/ 0 w 3800692"/>
              <a:gd name="csY6" fmla="*/ 1588298 h 3176596"/>
              <a:gd name="csX0" fmla="*/ 0 w 3746451"/>
              <a:gd name="csY0" fmla="*/ 1567580 h 3176596"/>
              <a:gd name="csX1" fmla="*/ 860619 w 3746451"/>
              <a:gd name="csY1" fmla="*/ 0 h 3176596"/>
              <a:gd name="csX2" fmla="*/ 2744142 w 3746451"/>
              <a:gd name="csY2" fmla="*/ 19138 h 3176596"/>
              <a:gd name="csX3" fmla="*/ 3746451 w 3746451"/>
              <a:gd name="csY3" fmla="*/ 1588298 h 3176596"/>
              <a:gd name="csX4" fmla="*/ 2831591 w 3746451"/>
              <a:gd name="csY4" fmla="*/ 3176596 h 3176596"/>
              <a:gd name="csX5" fmla="*/ 975583 w 3746451"/>
              <a:gd name="csY5" fmla="*/ 3138797 h 3176596"/>
              <a:gd name="csX6" fmla="*/ 0 w 3746451"/>
              <a:gd name="csY6" fmla="*/ 1567580 h 3176596"/>
              <a:gd name="csX0" fmla="*/ 0 w 3748508"/>
              <a:gd name="csY0" fmla="*/ 1567580 h 3176596"/>
              <a:gd name="csX1" fmla="*/ 860619 w 3748508"/>
              <a:gd name="csY1" fmla="*/ 0 h 3176596"/>
              <a:gd name="csX2" fmla="*/ 2744142 w 3748508"/>
              <a:gd name="csY2" fmla="*/ 19138 h 3176596"/>
              <a:gd name="csX3" fmla="*/ 3748508 w 3748508"/>
              <a:gd name="csY3" fmla="*/ 1615024 h 3176596"/>
              <a:gd name="csX4" fmla="*/ 2831591 w 3748508"/>
              <a:gd name="csY4" fmla="*/ 3176596 h 3176596"/>
              <a:gd name="csX5" fmla="*/ 975583 w 3748508"/>
              <a:gd name="csY5" fmla="*/ 3138797 h 3176596"/>
              <a:gd name="csX6" fmla="*/ 0 w 3748508"/>
              <a:gd name="csY6" fmla="*/ 1567580 h 3176596"/>
              <a:gd name="csX0" fmla="*/ 0 w 3748508"/>
              <a:gd name="csY0" fmla="*/ 1567580 h 3194781"/>
              <a:gd name="csX1" fmla="*/ 860619 w 3748508"/>
              <a:gd name="csY1" fmla="*/ 0 h 3194781"/>
              <a:gd name="csX2" fmla="*/ 2744142 w 3748508"/>
              <a:gd name="csY2" fmla="*/ 19138 h 3194781"/>
              <a:gd name="csX3" fmla="*/ 3748508 w 3748508"/>
              <a:gd name="csY3" fmla="*/ 1615024 h 3194781"/>
              <a:gd name="csX4" fmla="*/ 2864011 w 3748508"/>
              <a:gd name="csY4" fmla="*/ 3194781 h 3194781"/>
              <a:gd name="csX5" fmla="*/ 975583 w 3748508"/>
              <a:gd name="csY5" fmla="*/ 3138797 h 3194781"/>
              <a:gd name="csX6" fmla="*/ 0 w 3748508"/>
              <a:gd name="csY6" fmla="*/ 1567580 h 3194781"/>
              <a:gd name="csX0" fmla="*/ 0 w 3748508"/>
              <a:gd name="csY0" fmla="*/ 1567580 h 3171693"/>
              <a:gd name="csX1" fmla="*/ 860619 w 3748508"/>
              <a:gd name="csY1" fmla="*/ 0 h 3171693"/>
              <a:gd name="csX2" fmla="*/ 2744142 w 3748508"/>
              <a:gd name="csY2" fmla="*/ 19138 h 3171693"/>
              <a:gd name="csX3" fmla="*/ 3748508 w 3748508"/>
              <a:gd name="csY3" fmla="*/ 1615024 h 3171693"/>
              <a:gd name="csX4" fmla="*/ 2868438 w 3748508"/>
              <a:gd name="csY4" fmla="*/ 3171693 h 3171693"/>
              <a:gd name="csX5" fmla="*/ 975583 w 3748508"/>
              <a:gd name="csY5" fmla="*/ 3138797 h 3171693"/>
              <a:gd name="csX6" fmla="*/ 0 w 3748508"/>
              <a:gd name="csY6" fmla="*/ 1567580 h 31716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748508" h="3171693">
                <a:moveTo>
                  <a:pt x="0" y="1567580"/>
                </a:moveTo>
                <a:lnTo>
                  <a:pt x="860619" y="0"/>
                </a:lnTo>
                <a:lnTo>
                  <a:pt x="2744142" y="19138"/>
                </a:lnTo>
                <a:lnTo>
                  <a:pt x="3748508" y="1615024"/>
                </a:lnTo>
                <a:lnTo>
                  <a:pt x="2868438" y="3171693"/>
                </a:lnTo>
                <a:lnTo>
                  <a:pt x="975583" y="3138797"/>
                </a:lnTo>
                <a:lnTo>
                  <a:pt x="0" y="1567580"/>
                </a:lnTo>
                <a:close/>
              </a:path>
            </a:pathLst>
          </a:custGeom>
          <a:solidFill>
            <a:prstClr val="white"/>
          </a:solidFill>
          <a:ln>
            <a:noFill/>
          </a:ln>
          <a:effectLst/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2C58919-14C3-A4B8-34D0-49515D67507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93725" y="4511774"/>
            <a:ext cx="863953" cy="858491"/>
          </a:xfrm>
          <a:prstGeom prst="rect">
            <a:avLst/>
          </a:prstGeom>
        </p:spPr>
      </p:pic>
      <p:sp>
        <p:nvSpPr>
          <p:cNvPr id="14" name="Speaker detail header Focus" descr="Header for Focus">
            <a:extLst>
              <a:ext uri="{FF2B5EF4-FFF2-40B4-BE49-F238E27FC236}">
                <a16:creationId xmlns:a16="http://schemas.microsoft.com/office/drawing/2014/main" id="{C32DE398-C9E1-2631-C024-EEEBF494FA74}"/>
              </a:ext>
            </a:extLst>
          </p:cNvPr>
          <p:cNvSpPr/>
          <p:nvPr/>
        </p:nvSpPr>
        <p:spPr>
          <a:xfrm>
            <a:off x="3291840" y="3986784"/>
            <a:ext cx="2286000" cy="2743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>
              <a:defRPr sz="1300">
                <a:solidFill>
                  <a:srgbClr val="008BEF"/>
                </a:solidFill>
                <a:latin typeface="Krona One"/>
              </a:defRPr>
            </a:pPr>
            <a:r>
              <a:rPr lang="en-GB" sz="1300" b="0">
                <a:solidFill>
                  <a:srgbClr val="008BEF"/>
                </a:solidFill>
                <a:latin typeface="Krona One"/>
              </a:rPr>
              <a:t>Focus</a:t>
            </a:r>
            <a:endParaRPr sz="1400" b="1"/>
          </a:p>
        </p:txBody>
      </p:sp>
      <p:sp>
        <p:nvSpPr>
          <p:cNvPr id="15" name="Speaker detail header Community" descr="Header for Community">
            <a:extLst>
              <a:ext uri="{FF2B5EF4-FFF2-40B4-BE49-F238E27FC236}">
                <a16:creationId xmlns:a16="http://schemas.microsoft.com/office/drawing/2014/main" id="{45C777FE-F939-8A64-FCBE-B51FB60DCDBD}"/>
              </a:ext>
            </a:extLst>
          </p:cNvPr>
          <p:cNvSpPr/>
          <p:nvPr/>
        </p:nvSpPr>
        <p:spPr>
          <a:xfrm>
            <a:off x="6044184" y="3986784"/>
            <a:ext cx="2286000" cy="2743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>
              <a:defRPr sz="1300">
                <a:solidFill>
                  <a:srgbClr val="008BEF"/>
                </a:solidFill>
                <a:latin typeface="Krona One"/>
              </a:defRPr>
            </a:pPr>
            <a:r>
              <a:rPr lang="en-GB" sz="1300" b="0">
                <a:solidFill>
                  <a:srgbClr val="008BEF"/>
                </a:solidFill>
                <a:latin typeface="Krona One"/>
              </a:rPr>
              <a:t>Awards</a:t>
            </a:r>
            <a:endParaRPr sz="1400" b="1"/>
          </a:p>
        </p:txBody>
      </p:sp>
      <p:sp>
        <p:nvSpPr>
          <p:cNvPr id="16" name="Speaker detail header Connect" descr="Header for Connect">
            <a:extLst>
              <a:ext uri="{FF2B5EF4-FFF2-40B4-BE49-F238E27FC236}">
                <a16:creationId xmlns:a16="http://schemas.microsoft.com/office/drawing/2014/main" id="{576FB9AC-E4EE-9A70-BA60-2DB223403D46}"/>
              </a:ext>
            </a:extLst>
          </p:cNvPr>
          <p:cNvSpPr/>
          <p:nvPr/>
        </p:nvSpPr>
        <p:spPr>
          <a:xfrm>
            <a:off x="8778240" y="3986784"/>
            <a:ext cx="2286000" cy="2743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>
              <a:defRPr sz="1300">
                <a:solidFill>
                  <a:srgbClr val="008BEF"/>
                </a:solidFill>
                <a:latin typeface="Krona One"/>
              </a:defRPr>
            </a:pPr>
            <a:r>
              <a:rPr lang="en-GB" sz="1300" b="0">
                <a:solidFill>
                  <a:srgbClr val="008BEF"/>
                </a:solidFill>
                <a:latin typeface="Krona One"/>
              </a:rPr>
              <a:t>Connect</a:t>
            </a:r>
            <a:endParaRPr sz="1400" b="1"/>
          </a:p>
        </p:txBody>
      </p:sp>
      <p:sp>
        <p:nvSpPr>
          <p:cNvPr id="17" name="object 3"/>
          <p:cNvSpPr txBox="1"/>
          <p:nvPr/>
        </p:nvSpPr>
        <p:spPr>
          <a:xfrm>
            <a:off x="8750808" y="548640"/>
            <a:ext cx="1965960" cy="384048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>
              <a:defRPr sz="950">
                <a:solidFill>
                  <a:srgbClr val="008BEF"/>
                </a:solidFill>
                <a:latin typeface="Krona One"/>
              </a:defRPr>
            </a:pPr>
            <a:r>
              <a:rPr sz="950" b="0">
                <a:solidFill>
                  <a:srgbClr val="008BEF"/>
                </a:solidFill>
                <a:latin typeface="Krona One"/>
              </a:rPr>
              <a:t>SOUTH COAST</a:t>
            </a:r>
          </a:p>
          <a:p>
            <a:pPr>
              <a:defRPr sz="950">
                <a:solidFill>
                  <a:srgbClr val="008BEF"/>
                </a:solidFill>
                <a:latin typeface="Krona One"/>
              </a:defRPr>
            </a:pPr>
            <a:r>
              <a:rPr sz="950" b="0">
                <a:solidFill>
                  <a:srgbClr val="008BEF"/>
                </a:solidFill>
                <a:latin typeface="Krona One"/>
              </a:rPr>
              <a:t>USER GROUP</a:t>
            </a:r>
          </a:p>
        </p:txBody>
      </p:sp>
      <p:sp>
        <p:nvSpPr>
          <p:cNvPr id="18" name="object 4"/>
          <p:cNvSpPr txBox="1"/>
          <p:nvPr/>
        </p:nvSpPr>
        <p:spPr>
          <a:xfrm>
            <a:off x="8750808" y="969264"/>
            <a:ext cx="1965960" cy="210312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marR="5080" indent="166370" algn="l">
              <a:lnSpc>
                <a:spcPct val="100000"/>
              </a:lnSpc>
              <a:spcBef>
                <a:spcPts val="100"/>
              </a:spcBef>
              <a:defRPr sz="850">
                <a:solidFill>
                  <a:srgbClr val="1D2842"/>
                </a:solidFill>
                <a:latin typeface="Krona One"/>
              </a:defRPr>
            </a:pPr>
            <a:r>
              <a:rPr lang="en-GB" sz="850" b="0">
                <a:solidFill>
                  <a:srgbClr val="1D2842"/>
                </a:solidFill>
                <a:latin typeface="Krona One"/>
                <a:cs typeface="Krona One"/>
              </a:rPr>
              <a:t>23</a:t>
            </a:r>
            <a:r>
              <a:rPr lang="en-GB" sz="850" b="0" baseline="30000">
                <a:solidFill>
                  <a:srgbClr val="1D2842"/>
                </a:solidFill>
                <a:latin typeface="Krona One"/>
                <a:cs typeface="Krona One"/>
              </a:rPr>
              <a:t>RD</a:t>
            </a:r>
            <a:r>
              <a:rPr lang="en-GB" sz="850" b="0">
                <a:solidFill>
                  <a:srgbClr val="1D2842"/>
                </a:solidFill>
                <a:latin typeface="Krona One"/>
                <a:cs typeface="Krona One"/>
              </a:rPr>
              <a:t> OCTOBER 2026</a:t>
            </a:r>
            <a:endParaRPr sz="1300">
              <a:latin typeface="Krona One"/>
              <a:cs typeface="Krona One"/>
            </a:endParaRPr>
          </a:p>
        </p:txBody>
      </p:sp>
      <p:pic>
        <p:nvPicPr>
          <p:cNvPr id="19" name="Picture 25" descr="Meetup - Wikipedia">
            <a:extLst>
              <a:ext uri="{FF2B5EF4-FFF2-40B4-BE49-F238E27FC236}">
                <a16:creationId xmlns:a16="http://schemas.microsoft.com/office/drawing/2014/main" id="{1F875E31-D75C-D4D6-7D46-70E072C463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6600" y="320150"/>
            <a:ext cx="933329" cy="89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3223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Video 5" title="Fireplace With Fire">
            <a:hlinkClick r:id="" action="ppaction://media"/>
            <a:extLst>
              <a:ext uri="{FF2B5EF4-FFF2-40B4-BE49-F238E27FC236}">
                <a16:creationId xmlns:a16="http://schemas.microsoft.com/office/drawing/2014/main" id="{7E0E7E32-1581-6507-308B-26D99673DA8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105950" y="-60960"/>
            <a:ext cx="12403900" cy="6979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1838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96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/>
          <p:cNvSpPr txBox="1"/>
          <p:nvPr/>
        </p:nvSpPr>
        <p:spPr>
          <a:xfrm>
            <a:off x="527608" y="502920"/>
            <a:ext cx="8046720" cy="9418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1BDBB0"/>
                </a:solidFill>
                <a:latin typeface="Krona One"/>
              </a:defRPr>
            </a:pPr>
            <a:r>
              <a:rPr sz="3600" b="0">
                <a:solidFill>
                  <a:srgbClr val="1BDBB0"/>
                </a:solidFill>
                <a:latin typeface="Krona One"/>
              </a:rPr>
              <a:t>Discussion topics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1664208"/>
            <a:ext cx="5029200" cy="5943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defRPr sz="1900" b="1">
                <a:solidFill>
                  <a:srgbClr val="008BEF"/>
                </a:solidFill>
                <a:latin typeface="Krona One"/>
              </a:defRPr>
            </a:pPr>
            <a:r>
              <a:rPr sz="1900" b="0">
                <a:solidFill>
                  <a:srgbClr val="008BEF"/>
                </a:solidFill>
                <a:latin typeface="Krona One"/>
              </a:rPr>
              <a:t>Delivery constraints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2377440"/>
            <a:ext cx="5029200" cy="5943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defRPr sz="1900" b="1">
                <a:solidFill>
                  <a:srgbClr val="1D2842"/>
                </a:solidFill>
                <a:latin typeface="Krona One"/>
              </a:defRPr>
            </a:pPr>
            <a:r>
              <a:rPr sz="1900" b="0">
                <a:solidFill>
                  <a:srgbClr val="1D2842"/>
                </a:solidFill>
                <a:latin typeface="Krona One"/>
              </a:rPr>
              <a:t>Rapport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3090672"/>
            <a:ext cx="5029200" cy="5943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defRPr sz="1900" b="1">
                <a:solidFill>
                  <a:srgbClr val="008BEF"/>
                </a:solidFill>
                <a:latin typeface="Krona One"/>
              </a:defRPr>
            </a:pPr>
            <a:r>
              <a:rPr sz="1900" b="0">
                <a:solidFill>
                  <a:srgbClr val="008BEF"/>
                </a:solidFill>
                <a:latin typeface="Krona One"/>
              </a:rPr>
              <a:t>Consulting mindset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3803904"/>
            <a:ext cx="5029200" cy="5943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defRPr sz="1900" b="1">
                <a:solidFill>
                  <a:srgbClr val="1D2842"/>
                </a:solidFill>
                <a:latin typeface="Krona One"/>
              </a:defRPr>
            </a:pPr>
            <a:r>
              <a:rPr sz="1900" b="0">
                <a:solidFill>
                  <a:srgbClr val="1D2842"/>
                </a:solidFill>
                <a:latin typeface="Krona One"/>
              </a:rPr>
              <a:t>Elastic leadership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517136"/>
            <a:ext cx="5029200" cy="5943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defRPr sz="1900" b="1">
                <a:solidFill>
                  <a:srgbClr val="008BEF"/>
                </a:solidFill>
                <a:latin typeface="Krona One"/>
              </a:defRPr>
            </a:pPr>
            <a:r>
              <a:rPr sz="1900" b="0">
                <a:solidFill>
                  <a:srgbClr val="008BEF"/>
                </a:solidFill>
                <a:latin typeface="Krona One"/>
              </a:rPr>
              <a:t>Situational leadership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1664208"/>
            <a:ext cx="5029200" cy="5943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defRPr sz="1900" b="1">
                <a:solidFill>
                  <a:srgbClr val="1D2842"/>
                </a:solidFill>
                <a:latin typeface="Krona One"/>
              </a:defRPr>
            </a:pPr>
            <a:r>
              <a:rPr sz="1900" b="0">
                <a:solidFill>
                  <a:srgbClr val="1D2842"/>
                </a:solidFill>
                <a:latin typeface="Krona One"/>
              </a:rPr>
              <a:t>Competence and confidence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2377440"/>
            <a:ext cx="5029200" cy="5943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defRPr sz="1900" b="1">
                <a:solidFill>
                  <a:srgbClr val="008BEF"/>
                </a:solidFill>
                <a:latin typeface="Krona One"/>
              </a:defRPr>
            </a:pPr>
            <a:r>
              <a:rPr sz="1900" b="0">
                <a:solidFill>
                  <a:srgbClr val="008BEF"/>
                </a:solidFill>
                <a:latin typeface="Krona One"/>
              </a:rPr>
              <a:t>Passion and requirement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090672"/>
            <a:ext cx="5029200" cy="5943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defRPr sz="1900" b="1">
                <a:solidFill>
                  <a:srgbClr val="1D2842"/>
                </a:solidFill>
                <a:latin typeface="Krona One"/>
              </a:defRPr>
            </a:pPr>
            <a:r>
              <a:rPr sz="1900" b="0">
                <a:solidFill>
                  <a:srgbClr val="1D2842"/>
                </a:solidFill>
                <a:latin typeface="Krona One"/>
              </a:rPr>
              <a:t>Motivation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3803904"/>
            <a:ext cx="5029200" cy="5943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defRPr sz="1900" b="1">
                <a:solidFill>
                  <a:srgbClr val="008BEF"/>
                </a:solidFill>
                <a:latin typeface="Krona One"/>
              </a:defRPr>
            </a:pPr>
            <a:r>
              <a:rPr sz="1900" b="0">
                <a:solidFill>
                  <a:srgbClr val="008BEF"/>
                </a:solidFill>
                <a:latin typeface="Krona One"/>
              </a:rPr>
              <a:t>Conflict management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517136"/>
            <a:ext cx="5029200" cy="5943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defRPr sz="1900" b="1">
                <a:solidFill>
                  <a:srgbClr val="1D2842"/>
                </a:solidFill>
                <a:latin typeface="Krona One"/>
              </a:defRPr>
            </a:pPr>
            <a:r>
              <a:rPr sz="1900" b="0">
                <a:solidFill>
                  <a:srgbClr val="1D2842"/>
                </a:solidFill>
                <a:latin typeface="Krona One"/>
              </a:rPr>
              <a:t>Closing thoughts</a:t>
            </a:r>
          </a:p>
        </p:txBody>
      </p:sp>
      <p:sp>
        <p:nvSpPr>
          <p:cNvPr id="38" name="object 3"/>
          <p:cNvSpPr txBox="1"/>
          <p:nvPr/>
        </p:nvSpPr>
        <p:spPr>
          <a:xfrm>
            <a:off x="8750808" y="548640"/>
            <a:ext cx="1965960" cy="384048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>
              <a:defRPr sz="950">
                <a:solidFill>
                  <a:srgbClr val="008BEF"/>
                </a:solidFill>
                <a:latin typeface="Krona One"/>
              </a:defRPr>
            </a:pPr>
            <a:r>
              <a:rPr sz="950" b="0">
                <a:solidFill>
                  <a:srgbClr val="008BEF"/>
                </a:solidFill>
                <a:latin typeface="Krona One"/>
              </a:rPr>
              <a:t>SOUTH COAST</a:t>
            </a:r>
          </a:p>
          <a:p>
            <a:pPr>
              <a:defRPr sz="950">
                <a:solidFill>
                  <a:srgbClr val="008BEF"/>
                </a:solidFill>
                <a:latin typeface="Krona One"/>
              </a:defRPr>
            </a:pPr>
            <a:r>
              <a:rPr sz="950" b="0">
                <a:solidFill>
                  <a:srgbClr val="008BEF"/>
                </a:solidFill>
                <a:latin typeface="Krona One"/>
              </a:rPr>
              <a:t>USER GROUP</a:t>
            </a:r>
          </a:p>
        </p:txBody>
      </p:sp>
      <p:sp>
        <p:nvSpPr>
          <p:cNvPr id="39" name="object 4"/>
          <p:cNvSpPr txBox="1"/>
          <p:nvPr/>
        </p:nvSpPr>
        <p:spPr>
          <a:xfrm>
            <a:off x="8750808" y="969264"/>
            <a:ext cx="1965960" cy="210312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marR="5080" indent="166370" algn="l">
              <a:lnSpc>
                <a:spcPct val="100000"/>
              </a:lnSpc>
              <a:spcBef>
                <a:spcPts val="100"/>
              </a:spcBef>
              <a:defRPr sz="850">
                <a:solidFill>
                  <a:srgbClr val="1D2842"/>
                </a:solidFill>
                <a:latin typeface="Krona One"/>
              </a:defRPr>
            </a:pPr>
            <a:r>
              <a:rPr lang="en-GB" sz="850" b="0">
                <a:solidFill>
                  <a:srgbClr val="1D2842"/>
                </a:solidFill>
                <a:latin typeface="Krona One"/>
                <a:cs typeface="Krona One"/>
              </a:rPr>
              <a:t>23</a:t>
            </a:r>
            <a:r>
              <a:rPr lang="en-GB" sz="850" b="0" baseline="30000">
                <a:solidFill>
                  <a:srgbClr val="1D2842"/>
                </a:solidFill>
                <a:latin typeface="Krona One"/>
                <a:cs typeface="Krona One"/>
              </a:rPr>
              <a:t>RD</a:t>
            </a:r>
            <a:r>
              <a:rPr lang="en-GB" sz="850" b="0">
                <a:solidFill>
                  <a:srgbClr val="1D2842"/>
                </a:solidFill>
                <a:latin typeface="Krona One"/>
                <a:cs typeface="Krona One"/>
              </a:rPr>
              <a:t> OCTOBER 2026</a:t>
            </a:r>
            <a:endParaRPr sz="1300">
              <a:latin typeface="Krona One"/>
              <a:cs typeface="Krona One"/>
            </a:endParaRPr>
          </a:p>
        </p:txBody>
      </p:sp>
      <p:pic>
        <p:nvPicPr>
          <p:cNvPr id="40" name="Picture 25" descr="Meetup - Wikipedia">
            <a:extLst>
              <a:ext uri="{FF2B5EF4-FFF2-40B4-BE49-F238E27FC236}">
                <a16:creationId xmlns:a16="http://schemas.microsoft.com/office/drawing/2014/main" id="{1F875E31-D75C-D4D6-7D46-70E072C46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320150"/>
            <a:ext cx="933329" cy="89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3076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Iron Triangle — Triple Constraints of Project Management | by Harpreet  Dhillon | Medium">
            <a:extLst>
              <a:ext uri="{FF2B5EF4-FFF2-40B4-BE49-F238E27FC236}">
                <a16:creationId xmlns:a16="http://schemas.microsoft.com/office/drawing/2014/main" id="{648B69D9-33B0-E751-B408-AD6B2355D7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4557" y="1481328"/>
            <a:ext cx="6332402" cy="3977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527608" y="502920"/>
            <a:ext cx="8046720" cy="9418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BDBB0"/>
                </a:solidFill>
                <a:latin typeface="Krona One"/>
              </a:defRPr>
            </a:pPr>
            <a:r>
              <a:rPr lang="en-GB" sz="2900" b="0">
                <a:solidFill>
                  <a:srgbClr val="1BDBB0"/>
                </a:solidFill>
                <a:latin typeface="Krona One"/>
              </a:rPr>
              <a:t>Scope, cost, time and quality</a:t>
            </a:r>
          </a:p>
        </p:txBody>
      </p:sp>
      <p:sp>
        <p:nvSpPr>
          <p:cNvPr id="8" name="object 3"/>
          <p:cNvSpPr txBox="1"/>
          <p:nvPr/>
        </p:nvSpPr>
        <p:spPr>
          <a:xfrm>
            <a:off x="8750808" y="548640"/>
            <a:ext cx="1965960" cy="384048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>
              <a:defRPr sz="950">
                <a:solidFill>
                  <a:srgbClr val="008BEF"/>
                </a:solidFill>
                <a:latin typeface="Krona One"/>
              </a:defRPr>
            </a:pPr>
            <a:r>
              <a:rPr sz="950" b="0">
                <a:solidFill>
                  <a:srgbClr val="008BEF"/>
                </a:solidFill>
                <a:latin typeface="Krona One"/>
              </a:rPr>
              <a:t>SOUTH COAST</a:t>
            </a:r>
          </a:p>
          <a:p>
            <a:pPr>
              <a:defRPr sz="950">
                <a:solidFill>
                  <a:srgbClr val="008BEF"/>
                </a:solidFill>
                <a:latin typeface="Krona One"/>
              </a:defRPr>
            </a:pPr>
            <a:r>
              <a:rPr sz="950" b="0">
                <a:solidFill>
                  <a:srgbClr val="008BEF"/>
                </a:solidFill>
                <a:latin typeface="Krona One"/>
              </a:rPr>
              <a:t>USER GROUP</a:t>
            </a:r>
          </a:p>
        </p:txBody>
      </p:sp>
      <p:sp>
        <p:nvSpPr>
          <p:cNvPr id="9" name="object 4"/>
          <p:cNvSpPr txBox="1"/>
          <p:nvPr/>
        </p:nvSpPr>
        <p:spPr>
          <a:xfrm>
            <a:off x="8750808" y="969264"/>
            <a:ext cx="1965960" cy="210312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marR="5080" indent="166370" algn="l">
              <a:lnSpc>
                <a:spcPct val="100000"/>
              </a:lnSpc>
              <a:spcBef>
                <a:spcPts val="100"/>
              </a:spcBef>
              <a:defRPr sz="850">
                <a:solidFill>
                  <a:srgbClr val="1D2842"/>
                </a:solidFill>
                <a:latin typeface="Krona One"/>
              </a:defRPr>
            </a:pPr>
            <a:r>
              <a:rPr lang="en-GB" sz="850" b="0">
                <a:solidFill>
                  <a:srgbClr val="1D2842"/>
                </a:solidFill>
                <a:latin typeface="Krona One"/>
                <a:cs typeface="Krona One"/>
              </a:rPr>
              <a:t>23</a:t>
            </a:r>
            <a:r>
              <a:rPr lang="en-GB" sz="850" b="0" baseline="30000">
                <a:solidFill>
                  <a:srgbClr val="1D2842"/>
                </a:solidFill>
                <a:latin typeface="Krona One"/>
                <a:cs typeface="Krona One"/>
              </a:rPr>
              <a:t>RD</a:t>
            </a:r>
            <a:r>
              <a:rPr lang="en-GB" sz="850" b="0">
                <a:solidFill>
                  <a:srgbClr val="1D2842"/>
                </a:solidFill>
                <a:latin typeface="Krona One"/>
                <a:cs typeface="Krona One"/>
              </a:rPr>
              <a:t> OCTOBER 2026</a:t>
            </a:r>
            <a:endParaRPr sz="1300">
              <a:latin typeface="Krona One"/>
              <a:cs typeface="Krona One"/>
            </a:endParaRPr>
          </a:p>
        </p:txBody>
      </p:sp>
      <p:pic>
        <p:nvPicPr>
          <p:cNvPr id="10" name="Picture 25" descr="Meetup - Wikipedia">
            <a:extLst>
              <a:ext uri="{FF2B5EF4-FFF2-40B4-BE49-F238E27FC236}">
                <a16:creationId xmlns:a16="http://schemas.microsoft.com/office/drawing/2014/main" id="{1F875E31-D75C-D4D6-7D46-70E072C463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320150"/>
            <a:ext cx="933329" cy="89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1958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agram">
            <a:extLst>
              <a:ext uri="{FF2B5EF4-FFF2-40B4-BE49-F238E27FC236}">
                <a16:creationId xmlns:a16="http://schemas.microsoft.com/office/drawing/2014/main" id="{7761E633-BE9C-3C5B-E717-746F24968E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5080" y="1481328"/>
            <a:ext cx="7071360" cy="3977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527608" y="502920"/>
            <a:ext cx="8046720" cy="9418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1BDBB0"/>
                </a:solidFill>
                <a:latin typeface="Krona One"/>
              </a:defRPr>
            </a:pPr>
            <a:r>
              <a:rPr lang="en-GB" sz="3600" b="0">
                <a:solidFill>
                  <a:srgbClr val="1BDBB0"/>
                </a:solidFill>
                <a:latin typeface="Krona One"/>
              </a:rPr>
              <a:t>Rapport pyramid</a:t>
            </a:r>
          </a:p>
        </p:txBody>
      </p:sp>
      <p:sp>
        <p:nvSpPr>
          <p:cNvPr id="8" name="object 3"/>
          <p:cNvSpPr txBox="1"/>
          <p:nvPr/>
        </p:nvSpPr>
        <p:spPr>
          <a:xfrm>
            <a:off x="8750808" y="548640"/>
            <a:ext cx="1965960" cy="384048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>
              <a:defRPr sz="950">
                <a:solidFill>
                  <a:srgbClr val="008BEF"/>
                </a:solidFill>
                <a:latin typeface="Krona One"/>
              </a:defRPr>
            </a:pPr>
            <a:r>
              <a:rPr sz="950" b="0">
                <a:solidFill>
                  <a:srgbClr val="008BEF"/>
                </a:solidFill>
                <a:latin typeface="Krona One"/>
              </a:rPr>
              <a:t>SOUTH COAST</a:t>
            </a:r>
          </a:p>
          <a:p>
            <a:pPr>
              <a:defRPr sz="950">
                <a:solidFill>
                  <a:srgbClr val="008BEF"/>
                </a:solidFill>
                <a:latin typeface="Krona One"/>
              </a:defRPr>
            </a:pPr>
            <a:r>
              <a:rPr sz="950" b="0">
                <a:solidFill>
                  <a:srgbClr val="008BEF"/>
                </a:solidFill>
                <a:latin typeface="Krona One"/>
              </a:rPr>
              <a:t>USER GROUP</a:t>
            </a:r>
          </a:p>
        </p:txBody>
      </p:sp>
      <p:sp>
        <p:nvSpPr>
          <p:cNvPr id="9" name="object 4"/>
          <p:cNvSpPr txBox="1"/>
          <p:nvPr/>
        </p:nvSpPr>
        <p:spPr>
          <a:xfrm>
            <a:off x="8750808" y="969264"/>
            <a:ext cx="1965960" cy="210312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marR="5080" indent="166370" algn="l">
              <a:lnSpc>
                <a:spcPct val="100000"/>
              </a:lnSpc>
              <a:spcBef>
                <a:spcPts val="100"/>
              </a:spcBef>
              <a:defRPr sz="850">
                <a:solidFill>
                  <a:srgbClr val="1D2842"/>
                </a:solidFill>
                <a:latin typeface="Krona One"/>
              </a:defRPr>
            </a:pPr>
            <a:r>
              <a:rPr lang="en-GB" sz="850" b="0">
                <a:solidFill>
                  <a:srgbClr val="1D2842"/>
                </a:solidFill>
                <a:latin typeface="Krona One"/>
                <a:cs typeface="Krona One"/>
              </a:rPr>
              <a:t>23</a:t>
            </a:r>
            <a:r>
              <a:rPr lang="en-GB" sz="850" b="0" baseline="30000">
                <a:solidFill>
                  <a:srgbClr val="1D2842"/>
                </a:solidFill>
                <a:latin typeface="Krona One"/>
                <a:cs typeface="Krona One"/>
              </a:rPr>
              <a:t>RD</a:t>
            </a:r>
            <a:r>
              <a:rPr lang="en-GB" sz="850" b="0">
                <a:solidFill>
                  <a:srgbClr val="1D2842"/>
                </a:solidFill>
                <a:latin typeface="Krona One"/>
                <a:cs typeface="Krona One"/>
              </a:rPr>
              <a:t> OCTOBER 2026</a:t>
            </a:r>
            <a:endParaRPr sz="1300">
              <a:latin typeface="Krona One"/>
              <a:cs typeface="Krona One"/>
            </a:endParaRPr>
          </a:p>
        </p:txBody>
      </p:sp>
      <p:pic>
        <p:nvPicPr>
          <p:cNvPr id="10" name="Picture 25" descr="Meetup - Wikipedia">
            <a:extLst>
              <a:ext uri="{FF2B5EF4-FFF2-40B4-BE49-F238E27FC236}">
                <a16:creationId xmlns:a16="http://schemas.microsoft.com/office/drawing/2014/main" id="{1F875E31-D75C-D4D6-7D46-70E072C463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320150"/>
            <a:ext cx="933329" cy="89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0954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artoon of a balance scale&#10;&#10;AI-generated content may be incorrect.">
            <a:extLst>
              <a:ext uri="{FF2B5EF4-FFF2-40B4-BE49-F238E27FC236}">
                <a16:creationId xmlns:a16="http://schemas.microsoft.com/office/drawing/2014/main" id="{E35F37D0-27A3-E74E-4A9D-FEF928FDD7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977639" y="2099887"/>
            <a:ext cx="4114800" cy="274052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B179580-C4BF-F29A-4B4A-AF3558006EED}"/>
              </a:ext>
            </a:extLst>
          </p:cNvPr>
          <p:cNvSpPr txBox="1"/>
          <p:nvPr/>
        </p:nvSpPr>
        <p:spPr>
          <a:xfrm>
            <a:off x="8366760" y="1737360"/>
            <a:ext cx="3200400" cy="3611880"/>
          </a:xfrm>
          <a:prstGeom prst="rect">
            <a:avLst/>
          </a:prstGeom>
          <a:noFill/>
          <a:ln>
            <a:noFill/>
          </a:ln>
        </p:spPr>
        <p:txBody>
          <a:bodyPr wrap="square" lIns="36576" tIns="0" rIns="36576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  <a:defRPr sz="1350" b="1">
                <a:solidFill>
                  <a:srgbClr val="1D2842"/>
                </a:solidFill>
                <a:latin typeface="Krona One"/>
              </a:defRPr>
            </a:pPr>
            <a:r>
              <a:rPr lang="en-GB" sz="1350" b="0">
                <a:solidFill>
                  <a:srgbClr val="1D2842"/>
                </a:solidFill>
                <a:latin typeface="Krona One"/>
              </a:rPr>
              <a:t>MISSIONARY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  <a:defRPr sz="1350">
                <a:solidFill>
                  <a:srgbClr val="1D2842"/>
                </a:solidFill>
                <a:latin typeface="Krona One"/>
              </a:defRPr>
            </a:pPr>
            <a:r>
              <a:rPr lang="en-GB" sz="1350" b="0">
                <a:solidFill>
                  <a:srgbClr val="1D2842"/>
                </a:solidFill>
                <a:latin typeface="Krona One"/>
              </a:rPr>
              <a:t>Purpose-first mindset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  <a:defRPr sz="1350">
                <a:solidFill>
                  <a:srgbClr val="1D2842"/>
                </a:solidFill>
                <a:latin typeface="Krona One"/>
              </a:defRPr>
            </a:pPr>
            <a:r>
              <a:rPr lang="en-GB" sz="1350" b="0">
                <a:solidFill>
                  <a:srgbClr val="1D2842"/>
                </a:solidFill>
                <a:latin typeface="Krona One"/>
              </a:rPr>
              <a:t>Long-term partnerships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  <a:defRPr sz="1350">
                <a:solidFill>
                  <a:srgbClr val="1D2842"/>
                </a:solidFill>
                <a:latin typeface="Krona One"/>
              </a:defRPr>
            </a:pPr>
            <a:r>
              <a:rPr lang="en-GB" sz="1350" b="0">
                <a:solidFill>
                  <a:srgbClr val="1D2842"/>
                </a:solidFill>
                <a:latin typeface="Krona One"/>
              </a:rPr>
              <a:t>Client empowerment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  <a:defRPr sz="1350">
                <a:solidFill>
                  <a:srgbClr val="1D2842"/>
                </a:solidFill>
                <a:latin typeface="Krona One"/>
              </a:defRPr>
            </a:pPr>
            <a:r>
              <a:rPr lang="en-GB" sz="1350" b="0">
                <a:solidFill>
                  <a:srgbClr val="1D2842"/>
                </a:solidFill>
                <a:latin typeface="Krona One"/>
              </a:rPr>
              <a:t>Challenging assumptions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  <a:defRPr sz="1350">
                <a:solidFill>
                  <a:srgbClr val="1D2842"/>
                </a:solidFill>
                <a:latin typeface="Krona One"/>
              </a:defRPr>
            </a:pPr>
            <a:r>
              <a:rPr lang="en-GB" sz="1350" b="0">
                <a:solidFill>
                  <a:srgbClr val="1D2842"/>
                </a:solidFill>
                <a:latin typeface="Krona One"/>
              </a:rPr>
              <a:t>Value creation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  <a:defRPr sz="1350">
                <a:solidFill>
                  <a:srgbClr val="1D2842"/>
                </a:solidFill>
                <a:latin typeface="Krona One"/>
              </a:defRPr>
            </a:pPr>
            <a:r>
              <a:rPr lang="en-GB" sz="1350" b="0">
                <a:solidFill>
                  <a:srgbClr val="1D2842"/>
                </a:solidFill>
                <a:latin typeface="Krona One"/>
              </a:rPr>
              <a:t>Human-centric engagement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C41423-CA13-170F-92F3-DB776A2A5B9B}"/>
              </a:ext>
            </a:extLst>
          </p:cNvPr>
          <p:cNvSpPr txBox="1"/>
          <p:nvPr/>
        </p:nvSpPr>
        <p:spPr>
          <a:xfrm>
            <a:off x="640080" y="1737360"/>
            <a:ext cx="3200400" cy="3611880"/>
          </a:xfrm>
          <a:prstGeom prst="rect">
            <a:avLst/>
          </a:prstGeom>
          <a:noFill/>
          <a:ln>
            <a:noFill/>
          </a:ln>
        </p:spPr>
        <p:txBody>
          <a:bodyPr wrap="square" lIns="36576" tIns="0" rIns="36576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1000"/>
              </a:spcAft>
              <a:defRPr sz="1350" b="1">
                <a:solidFill>
                  <a:srgbClr val="1D2842"/>
                </a:solidFill>
                <a:latin typeface="Krona One"/>
              </a:defRPr>
            </a:pPr>
            <a:r>
              <a:rPr lang="en-GB" sz="1350" b="0">
                <a:solidFill>
                  <a:srgbClr val="1D2842"/>
                </a:solidFill>
                <a:latin typeface="Krona One"/>
              </a:rPr>
              <a:t>MERCENARY</a:t>
            </a:r>
            <a:endParaRPr lang="en-GB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r">
              <a:lnSpc>
                <a:spcPct val="105000"/>
              </a:lnSpc>
              <a:spcAft>
                <a:spcPts val="1000"/>
              </a:spcAft>
              <a:defRPr sz="1350">
                <a:solidFill>
                  <a:srgbClr val="1D2842"/>
                </a:solidFill>
                <a:latin typeface="Krona One"/>
              </a:defRPr>
            </a:pPr>
            <a:r>
              <a:rPr lang="en-GB" sz="1350" b="0">
                <a:solidFill>
                  <a:srgbClr val="1D2842"/>
                </a:solidFill>
                <a:latin typeface="Krona One"/>
              </a:rPr>
              <a:t>Transactional relationships</a:t>
            </a:r>
          </a:p>
          <a:p>
            <a:pPr algn="r">
              <a:lnSpc>
                <a:spcPct val="105000"/>
              </a:lnSpc>
              <a:spcAft>
                <a:spcPts val="1000"/>
              </a:spcAft>
              <a:defRPr sz="1350">
                <a:solidFill>
                  <a:srgbClr val="1D2842"/>
                </a:solidFill>
                <a:latin typeface="Krona One"/>
              </a:defRPr>
            </a:pPr>
            <a:r>
              <a:rPr lang="en-GB" sz="1350" b="0">
                <a:solidFill>
                  <a:srgbClr val="1D2842"/>
                </a:solidFill>
                <a:latin typeface="Krona One"/>
              </a:rPr>
              <a:t>Short-term wins</a:t>
            </a:r>
          </a:p>
          <a:p>
            <a:pPr algn="r">
              <a:lnSpc>
                <a:spcPct val="105000"/>
              </a:lnSpc>
              <a:spcAft>
                <a:spcPts val="1000"/>
              </a:spcAft>
              <a:defRPr sz="1350">
                <a:solidFill>
                  <a:srgbClr val="1D2842"/>
                </a:solidFill>
                <a:latin typeface="Krona One"/>
              </a:defRPr>
            </a:pPr>
            <a:r>
              <a:rPr lang="en-GB" sz="1350" b="0">
                <a:solidFill>
                  <a:srgbClr val="1D2842"/>
                </a:solidFill>
                <a:latin typeface="Krona One"/>
              </a:rPr>
              <a:t>Order-taking</a:t>
            </a:r>
          </a:p>
          <a:p>
            <a:pPr algn="r">
              <a:lnSpc>
                <a:spcPct val="105000"/>
              </a:lnSpc>
              <a:spcAft>
                <a:spcPts val="1000"/>
              </a:spcAft>
              <a:defRPr sz="1350">
                <a:solidFill>
                  <a:srgbClr val="1D2842"/>
                </a:solidFill>
                <a:latin typeface="Krona One"/>
              </a:defRPr>
            </a:pPr>
            <a:r>
              <a:rPr lang="en-GB" sz="1350" b="0">
                <a:solidFill>
                  <a:srgbClr val="1D2842"/>
                </a:solidFill>
                <a:latin typeface="Krona One"/>
              </a:rPr>
              <a:t>Metric driven decisions</a:t>
            </a:r>
          </a:p>
          <a:p>
            <a:pPr algn="r">
              <a:lnSpc>
                <a:spcPct val="105000"/>
              </a:lnSpc>
              <a:spcAft>
                <a:spcPts val="1000"/>
              </a:spcAft>
              <a:defRPr sz="1350">
                <a:solidFill>
                  <a:srgbClr val="1D2842"/>
                </a:solidFill>
                <a:latin typeface="Krona One"/>
              </a:defRPr>
            </a:pPr>
            <a:r>
              <a:rPr lang="en-GB" sz="1350" b="0">
                <a:solidFill>
                  <a:srgbClr val="1D2842"/>
                </a:solidFill>
                <a:latin typeface="Krona One"/>
              </a:rPr>
              <a:t>Minimal challenge to the client</a:t>
            </a:r>
          </a:p>
          <a:p>
            <a:pPr algn="r">
              <a:lnSpc>
                <a:spcPct val="105000"/>
              </a:lnSpc>
              <a:spcAft>
                <a:spcPts val="1000"/>
              </a:spcAft>
              <a:defRPr sz="1350">
                <a:solidFill>
                  <a:srgbClr val="1D2842"/>
                </a:solidFill>
                <a:latin typeface="Krona One"/>
              </a:defRPr>
            </a:pPr>
            <a:r>
              <a:rPr lang="en-GB" sz="1350" b="0">
                <a:solidFill>
                  <a:srgbClr val="1D2842"/>
                </a:solidFill>
                <a:latin typeface="Krona One"/>
              </a:rPr>
              <a:t>Output over outcomes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567B090-1EC9-A4F9-9773-3B77A127B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608" y="502920"/>
            <a:ext cx="8046720" cy="941832"/>
          </a:xfr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1BDBB0"/>
                </a:solidFill>
                <a:latin typeface="Krona One"/>
              </a:defRPr>
            </a:pPr>
            <a:r>
              <a:rPr lang="en-GB" sz="3600" b="0">
                <a:solidFill>
                  <a:srgbClr val="1BDBB0"/>
                </a:solidFill>
                <a:latin typeface="Krona One"/>
              </a:rPr>
              <a:t>Mercenary Vs Missionary</a:t>
            </a:r>
            <a:endParaRPr lang="en-GB"/>
          </a:p>
        </p:txBody>
      </p:sp>
      <p:sp>
        <p:nvSpPr>
          <p:cNvPr id="8" name="object 3"/>
          <p:cNvSpPr txBox="1"/>
          <p:nvPr/>
        </p:nvSpPr>
        <p:spPr>
          <a:xfrm>
            <a:off x="8750808" y="548640"/>
            <a:ext cx="1965960" cy="384048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>
              <a:defRPr sz="950">
                <a:solidFill>
                  <a:srgbClr val="008BEF"/>
                </a:solidFill>
                <a:latin typeface="Krona One"/>
              </a:defRPr>
            </a:pPr>
            <a:r>
              <a:rPr sz="950" b="0">
                <a:solidFill>
                  <a:srgbClr val="008BEF"/>
                </a:solidFill>
                <a:latin typeface="Krona One"/>
              </a:rPr>
              <a:t>SOUTH COAST</a:t>
            </a:r>
          </a:p>
          <a:p>
            <a:pPr>
              <a:defRPr sz="950">
                <a:solidFill>
                  <a:srgbClr val="008BEF"/>
                </a:solidFill>
                <a:latin typeface="Krona One"/>
              </a:defRPr>
            </a:pPr>
            <a:r>
              <a:rPr sz="950" b="0">
                <a:solidFill>
                  <a:srgbClr val="008BEF"/>
                </a:solidFill>
                <a:latin typeface="Krona One"/>
              </a:rPr>
              <a:t>USER GROUP</a:t>
            </a:r>
          </a:p>
        </p:txBody>
      </p:sp>
      <p:sp>
        <p:nvSpPr>
          <p:cNvPr id="9" name="object 4"/>
          <p:cNvSpPr txBox="1"/>
          <p:nvPr/>
        </p:nvSpPr>
        <p:spPr>
          <a:xfrm>
            <a:off x="8750808" y="969264"/>
            <a:ext cx="1965960" cy="210312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marR="5080" indent="166370" algn="l">
              <a:lnSpc>
                <a:spcPct val="100000"/>
              </a:lnSpc>
              <a:spcBef>
                <a:spcPts val="100"/>
              </a:spcBef>
              <a:defRPr sz="850">
                <a:solidFill>
                  <a:srgbClr val="1D2842"/>
                </a:solidFill>
                <a:latin typeface="Krona One"/>
              </a:defRPr>
            </a:pPr>
            <a:r>
              <a:rPr lang="en-GB" sz="850" b="0">
                <a:solidFill>
                  <a:srgbClr val="1D2842"/>
                </a:solidFill>
                <a:latin typeface="Krona One"/>
                <a:cs typeface="Krona One"/>
              </a:rPr>
              <a:t>23</a:t>
            </a:r>
            <a:r>
              <a:rPr lang="en-GB" sz="850" b="0" baseline="30000">
                <a:solidFill>
                  <a:srgbClr val="1D2842"/>
                </a:solidFill>
                <a:latin typeface="Krona One"/>
                <a:cs typeface="Krona One"/>
              </a:rPr>
              <a:t>RD</a:t>
            </a:r>
            <a:r>
              <a:rPr lang="en-GB" sz="850" b="0">
                <a:solidFill>
                  <a:srgbClr val="1D2842"/>
                </a:solidFill>
                <a:latin typeface="Krona One"/>
                <a:cs typeface="Krona One"/>
              </a:rPr>
              <a:t> OCTOBER 2026</a:t>
            </a:r>
            <a:endParaRPr sz="1300">
              <a:latin typeface="Krona One"/>
              <a:cs typeface="Krona One"/>
            </a:endParaRPr>
          </a:p>
        </p:txBody>
      </p:sp>
      <p:pic>
        <p:nvPicPr>
          <p:cNvPr id="10" name="Picture 25" descr="Meetup - Wikipedia">
            <a:extLst>
              <a:ext uri="{FF2B5EF4-FFF2-40B4-BE49-F238E27FC236}">
                <a16:creationId xmlns:a16="http://schemas.microsoft.com/office/drawing/2014/main" id="{1F875E31-D75C-D4D6-7D46-70E072C463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320150"/>
            <a:ext cx="933329" cy="89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3529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81235-4B06-D9DC-EA95-4094B4A83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608" y="502920"/>
            <a:ext cx="8046720" cy="941832"/>
          </a:xfr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BDBB0"/>
                </a:solidFill>
                <a:latin typeface="Krona One"/>
              </a:defRPr>
            </a:pPr>
            <a:r>
              <a:rPr lang="en-US" sz="2900" b="0">
                <a:solidFill>
                  <a:srgbClr val="1BDBB0"/>
                </a:solidFill>
                <a:latin typeface="Krona One"/>
              </a:rPr>
              <a:t>Decisions shift with context</a:t>
            </a:r>
          </a:p>
        </p:txBody>
      </p:sp>
      <p:sp>
        <p:nvSpPr>
          <p:cNvPr id="3" name="!!Subtitle"/>
          <p:cNvSpPr txBox="1"/>
          <p:nvPr/>
        </p:nvSpPr>
        <p:spPr>
          <a:xfrm>
            <a:off x="731520" y="1463040"/>
            <a:ext cx="10607040" cy="303397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  <a:defRPr sz="1700">
                <a:solidFill>
                  <a:srgbClr val="1D2842"/>
                </a:solidFill>
                <a:latin typeface="Krona One"/>
              </a:defRPr>
            </a:pPr>
            <a:r>
              <a:rPr lang="en-GB" sz="1360" b="0">
                <a:solidFill>
                  <a:srgbClr val="1D2842"/>
                </a:solidFill>
                <a:latin typeface="Krona One"/>
              </a:rPr>
              <a:t>Each dot is a decision — context shifts where it lands.</a:t>
            </a:r>
          </a:p>
        </p:txBody>
      </p:sp>
      <p:cxnSp>
        <p:nvCxnSpPr>
          <p:cNvPr id="4" name="!!Guide_1"/>
          <p:cNvCxnSpPr/>
          <p:nvPr/>
        </p:nvCxnSpPr>
        <p:spPr>
          <a:xfrm>
            <a:off x="3886200" y="2240280"/>
            <a:ext cx="0" cy="902970"/>
          </a:xfrm>
          <a:prstGeom prst="line">
            <a:avLst/>
          </a:prstGeom>
          <a:ln w="12700">
            <a:solidFill>
              <a:srgbClr val="D7E5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!!GuideUp_1"/>
          <p:cNvSpPr/>
          <p:nvPr/>
        </p:nvSpPr>
        <p:spPr>
          <a:xfrm>
            <a:off x="3835908" y="2196754"/>
            <a:ext cx="100584" cy="72237"/>
          </a:xfrm>
          <a:prstGeom prst="triangle">
            <a:avLst/>
          </a:prstGeom>
          <a:solidFill>
            <a:srgbClr val="D7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latin typeface="Krona One"/>
              </a:defRPr>
            </a:pPr>
            <a:endParaRPr lang="en-GB"/>
          </a:p>
        </p:txBody>
      </p:sp>
      <p:sp>
        <p:nvSpPr>
          <p:cNvPr id="6" name="!!GuideDown_1"/>
          <p:cNvSpPr/>
          <p:nvPr/>
        </p:nvSpPr>
        <p:spPr>
          <a:xfrm rot="10800000">
            <a:off x="3835908" y="2998866"/>
            <a:ext cx="100584" cy="72237"/>
          </a:xfrm>
          <a:prstGeom prst="triangle">
            <a:avLst/>
          </a:prstGeom>
          <a:solidFill>
            <a:srgbClr val="D7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latin typeface="Krona One"/>
              </a:defRPr>
            </a:pPr>
            <a:endParaRPr lang="en-GB"/>
          </a:p>
        </p:txBody>
      </p:sp>
      <p:cxnSp>
        <p:nvCxnSpPr>
          <p:cNvPr id="7" name="!!Guide_2"/>
          <p:cNvCxnSpPr/>
          <p:nvPr/>
        </p:nvCxnSpPr>
        <p:spPr>
          <a:xfrm>
            <a:off x="6080760" y="2053741"/>
            <a:ext cx="0" cy="902970"/>
          </a:xfrm>
          <a:prstGeom prst="line">
            <a:avLst/>
          </a:prstGeom>
          <a:ln w="12700">
            <a:solidFill>
              <a:srgbClr val="D7E5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!!GuideUp_2"/>
          <p:cNvSpPr/>
          <p:nvPr/>
        </p:nvSpPr>
        <p:spPr>
          <a:xfrm>
            <a:off x="6030468" y="2010216"/>
            <a:ext cx="100584" cy="72237"/>
          </a:xfrm>
          <a:prstGeom prst="triangle">
            <a:avLst/>
          </a:prstGeom>
          <a:solidFill>
            <a:srgbClr val="D7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latin typeface="Krona One"/>
              </a:defRPr>
            </a:pPr>
            <a:endParaRPr lang="en-GB"/>
          </a:p>
        </p:txBody>
      </p:sp>
      <p:sp>
        <p:nvSpPr>
          <p:cNvPr id="9" name="!!GuideDown_2"/>
          <p:cNvSpPr/>
          <p:nvPr/>
        </p:nvSpPr>
        <p:spPr>
          <a:xfrm rot="10800000">
            <a:off x="6030468" y="2812327"/>
            <a:ext cx="100584" cy="72237"/>
          </a:xfrm>
          <a:prstGeom prst="triangle">
            <a:avLst/>
          </a:prstGeom>
          <a:solidFill>
            <a:srgbClr val="D7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latin typeface="Krona One"/>
              </a:defRPr>
            </a:pPr>
            <a:endParaRPr lang="en-GB"/>
          </a:p>
        </p:txBody>
      </p:sp>
      <p:cxnSp>
        <p:nvCxnSpPr>
          <p:cNvPr id="10" name="!!Guide_3"/>
          <p:cNvCxnSpPr/>
          <p:nvPr/>
        </p:nvCxnSpPr>
        <p:spPr>
          <a:xfrm>
            <a:off x="8183879" y="2364638"/>
            <a:ext cx="0" cy="902970"/>
          </a:xfrm>
          <a:prstGeom prst="line">
            <a:avLst/>
          </a:prstGeom>
          <a:ln w="12700">
            <a:solidFill>
              <a:srgbClr val="D7E5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!!GuideUp_3"/>
          <p:cNvSpPr/>
          <p:nvPr/>
        </p:nvSpPr>
        <p:spPr>
          <a:xfrm>
            <a:off x="8133588" y="2321112"/>
            <a:ext cx="100584" cy="72237"/>
          </a:xfrm>
          <a:prstGeom prst="triangle">
            <a:avLst/>
          </a:prstGeom>
          <a:solidFill>
            <a:srgbClr val="D7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latin typeface="Krona One"/>
              </a:defRPr>
            </a:pPr>
            <a:endParaRPr lang="en-GB"/>
          </a:p>
        </p:txBody>
      </p:sp>
      <p:sp>
        <p:nvSpPr>
          <p:cNvPr id="12" name="!!GuideDown_3"/>
          <p:cNvSpPr/>
          <p:nvPr/>
        </p:nvSpPr>
        <p:spPr>
          <a:xfrm rot="10800000">
            <a:off x="8133588" y="3123223"/>
            <a:ext cx="100584" cy="72237"/>
          </a:xfrm>
          <a:prstGeom prst="triangle">
            <a:avLst/>
          </a:prstGeom>
          <a:solidFill>
            <a:srgbClr val="D7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latin typeface="Krona One"/>
              </a:defRPr>
            </a:pPr>
            <a:endParaRPr lang="en-GB"/>
          </a:p>
        </p:txBody>
      </p:sp>
      <p:cxnSp>
        <p:nvCxnSpPr>
          <p:cNvPr id="13" name="!!ScaleLeft"/>
          <p:cNvCxnSpPr/>
          <p:nvPr/>
        </p:nvCxnSpPr>
        <p:spPr>
          <a:xfrm>
            <a:off x="1554480" y="3732580"/>
            <a:ext cx="4535424" cy="0"/>
          </a:xfrm>
          <a:prstGeom prst="line">
            <a:avLst/>
          </a:prstGeom>
          <a:ln w="38100">
            <a:solidFill>
              <a:srgbClr val="008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!!ScaleRight"/>
          <p:cNvCxnSpPr/>
          <p:nvPr/>
        </p:nvCxnSpPr>
        <p:spPr>
          <a:xfrm>
            <a:off x="6089904" y="3732580"/>
            <a:ext cx="4535424" cy="0"/>
          </a:xfrm>
          <a:prstGeom prst="line">
            <a:avLst/>
          </a:prstGeom>
          <a:ln w="38100">
            <a:solidFill>
              <a:srgbClr val="00A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!!ScaleCentre"/>
          <p:cNvSpPr/>
          <p:nvPr/>
        </p:nvSpPr>
        <p:spPr>
          <a:xfrm>
            <a:off x="6007608" y="3676619"/>
            <a:ext cx="164592" cy="130027"/>
          </a:xfrm>
          <a:prstGeom prst="ellipse">
            <a:avLst/>
          </a:prstGeom>
          <a:solidFill>
            <a:srgbClr val="1D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latin typeface="Krona One"/>
              </a:defRPr>
            </a:pPr>
            <a:endParaRPr lang="en-GB"/>
          </a:p>
        </p:txBody>
      </p:sp>
      <p:sp>
        <p:nvSpPr>
          <p:cNvPr id="16" name="!!Mercenary"/>
          <p:cNvSpPr txBox="1"/>
          <p:nvPr/>
        </p:nvSpPr>
        <p:spPr>
          <a:xfrm>
            <a:off x="1554480" y="3906682"/>
            <a:ext cx="2743200" cy="260055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  <a:defRPr sz="1800">
                <a:latin typeface="Krona One"/>
              </a:defRPr>
            </a:pPr>
            <a:r>
              <a:rPr lang="en-GB" sz="1440" b="0">
                <a:solidFill>
                  <a:srgbClr val="008BEF"/>
                </a:solidFill>
                <a:latin typeface="Krona One"/>
              </a:rPr>
              <a:t>MERCENARY</a:t>
            </a:r>
          </a:p>
        </p:txBody>
      </p:sp>
      <p:sp>
        <p:nvSpPr>
          <p:cNvPr id="17" name="!!MercenarySub"/>
          <p:cNvSpPr txBox="1"/>
          <p:nvPr/>
        </p:nvSpPr>
        <p:spPr>
          <a:xfrm>
            <a:off x="1554480" y="4167835"/>
            <a:ext cx="2743200" cy="231160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  <a:defRPr sz="1500">
                <a:latin typeface="Krona One"/>
              </a:defRPr>
            </a:pPr>
            <a:r>
              <a:rPr lang="en-GB" sz="1200" b="0">
                <a:solidFill>
                  <a:srgbClr val="1D2842"/>
                </a:solidFill>
                <a:latin typeface="Krona One"/>
              </a:rPr>
              <a:t>reward-led</a:t>
            </a:r>
          </a:p>
        </p:txBody>
      </p:sp>
      <p:sp>
        <p:nvSpPr>
          <p:cNvPr id="18" name="!!Missionary"/>
          <p:cNvSpPr txBox="1"/>
          <p:nvPr/>
        </p:nvSpPr>
        <p:spPr>
          <a:xfrm>
            <a:off x="7882127" y="3906682"/>
            <a:ext cx="2743200" cy="260055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r">
              <a:lnSpc>
                <a:spcPct val="100000"/>
              </a:lnSpc>
              <a:defRPr sz="1800">
                <a:latin typeface="Krona One"/>
              </a:defRPr>
            </a:pPr>
            <a:r>
              <a:rPr lang="en-GB" sz="1440" b="0">
                <a:solidFill>
                  <a:srgbClr val="00AD91"/>
                </a:solidFill>
                <a:latin typeface="Krona One"/>
              </a:rPr>
              <a:t>MISSIONARY</a:t>
            </a:r>
          </a:p>
        </p:txBody>
      </p:sp>
      <p:sp>
        <p:nvSpPr>
          <p:cNvPr id="19" name="!!MissionarySub"/>
          <p:cNvSpPr txBox="1"/>
          <p:nvPr/>
        </p:nvSpPr>
        <p:spPr>
          <a:xfrm>
            <a:off x="7882127" y="4167835"/>
            <a:ext cx="2743200" cy="231160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r">
              <a:lnSpc>
                <a:spcPct val="100000"/>
              </a:lnSpc>
              <a:defRPr sz="1500">
                <a:latin typeface="Krona One"/>
              </a:defRPr>
            </a:pPr>
            <a:r>
              <a:rPr lang="en-GB" sz="1200" b="0">
                <a:solidFill>
                  <a:srgbClr val="1D2842"/>
                </a:solidFill>
                <a:latin typeface="Krona One"/>
              </a:rPr>
              <a:t>purpose-led</a:t>
            </a:r>
          </a:p>
        </p:txBody>
      </p:sp>
      <p:sp>
        <p:nvSpPr>
          <p:cNvPr id="20" name="!!Takeaway"/>
          <p:cNvSpPr txBox="1"/>
          <p:nvPr/>
        </p:nvSpPr>
        <p:spPr>
          <a:xfrm>
            <a:off x="2286000" y="4603089"/>
            <a:ext cx="7616952" cy="361188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lnSpc>
                <a:spcPct val="100000"/>
              </a:lnSpc>
              <a:defRPr sz="2000" b="1">
                <a:solidFill>
                  <a:srgbClr val="1D2842"/>
                </a:solidFill>
                <a:latin typeface="Krona One"/>
              </a:defRPr>
            </a:pPr>
            <a:r>
              <a:rPr lang="en-GB" sz="1600" b="0">
                <a:solidFill>
                  <a:srgbClr val="1D2842"/>
                </a:solidFill>
                <a:latin typeface="Krona One"/>
              </a:rPr>
              <a:t>The stance is fluid — not a fixed identity.</a:t>
            </a:r>
          </a:p>
        </p:txBody>
      </p:sp>
      <p:sp>
        <p:nvSpPr>
          <p:cNvPr id="21" name="!!Decision_01"/>
          <p:cNvSpPr/>
          <p:nvPr/>
        </p:nvSpPr>
        <p:spPr>
          <a:xfrm>
            <a:off x="2299715" y="2902488"/>
            <a:ext cx="246888" cy="195041"/>
          </a:xfrm>
          <a:prstGeom prst="ellipse">
            <a:avLst/>
          </a:prstGeom>
          <a:solidFill>
            <a:srgbClr val="008BEF"/>
          </a:solidFill>
          <a:ln w="165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latin typeface="Krona One"/>
              </a:defRPr>
            </a:pPr>
            <a:endParaRPr lang="en-GB"/>
          </a:p>
        </p:txBody>
      </p:sp>
      <p:sp>
        <p:nvSpPr>
          <p:cNvPr id="22" name="!!Decision_02"/>
          <p:cNvSpPr/>
          <p:nvPr/>
        </p:nvSpPr>
        <p:spPr>
          <a:xfrm>
            <a:off x="2665476" y="2591592"/>
            <a:ext cx="246888" cy="195041"/>
          </a:xfrm>
          <a:prstGeom prst="ellipse">
            <a:avLst/>
          </a:prstGeom>
          <a:solidFill>
            <a:srgbClr val="008BEF"/>
          </a:solidFill>
          <a:ln w="165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latin typeface="Krona One"/>
              </a:defRPr>
            </a:pPr>
            <a:endParaRPr lang="en-GB"/>
          </a:p>
        </p:txBody>
      </p:sp>
      <p:sp>
        <p:nvSpPr>
          <p:cNvPr id="23" name="!!Decision_03"/>
          <p:cNvSpPr/>
          <p:nvPr/>
        </p:nvSpPr>
        <p:spPr>
          <a:xfrm>
            <a:off x="3008376" y="2980212"/>
            <a:ext cx="292608" cy="231160"/>
          </a:xfrm>
          <a:prstGeom prst="ellipse">
            <a:avLst/>
          </a:prstGeom>
          <a:solidFill>
            <a:srgbClr val="008BEF"/>
          </a:solidFill>
          <a:ln w="165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latin typeface="Krona One"/>
              </a:defRPr>
            </a:pPr>
            <a:endParaRPr lang="en-GB"/>
          </a:p>
        </p:txBody>
      </p:sp>
      <p:sp>
        <p:nvSpPr>
          <p:cNvPr id="24" name="!!Decision_04"/>
          <p:cNvSpPr/>
          <p:nvPr/>
        </p:nvSpPr>
        <p:spPr>
          <a:xfrm>
            <a:off x="3396996" y="2386401"/>
            <a:ext cx="246888" cy="195041"/>
          </a:xfrm>
          <a:prstGeom prst="ellipse">
            <a:avLst/>
          </a:prstGeom>
          <a:solidFill>
            <a:srgbClr val="008BEF"/>
          </a:solidFill>
          <a:ln w="165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latin typeface="Krona One"/>
              </a:defRPr>
            </a:pPr>
            <a:endParaRPr lang="en-GB"/>
          </a:p>
        </p:txBody>
      </p:sp>
      <p:sp>
        <p:nvSpPr>
          <p:cNvPr id="25" name="!!Decision_05"/>
          <p:cNvSpPr/>
          <p:nvPr/>
        </p:nvSpPr>
        <p:spPr>
          <a:xfrm>
            <a:off x="3762756" y="2765694"/>
            <a:ext cx="246888" cy="195041"/>
          </a:xfrm>
          <a:prstGeom prst="ellipse">
            <a:avLst/>
          </a:prstGeom>
          <a:solidFill>
            <a:srgbClr val="008BEF"/>
          </a:solidFill>
          <a:ln w="165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latin typeface="Krona One"/>
              </a:defRPr>
            </a:pPr>
            <a:endParaRPr lang="en-GB"/>
          </a:p>
        </p:txBody>
      </p:sp>
      <p:sp>
        <p:nvSpPr>
          <p:cNvPr id="26" name="!!Decision_06"/>
          <p:cNvSpPr/>
          <p:nvPr/>
        </p:nvSpPr>
        <p:spPr>
          <a:xfrm>
            <a:off x="4128515" y="2174991"/>
            <a:ext cx="246888" cy="195041"/>
          </a:xfrm>
          <a:prstGeom prst="ellipse">
            <a:avLst/>
          </a:prstGeom>
          <a:solidFill>
            <a:srgbClr val="008BEF"/>
          </a:solidFill>
          <a:ln w="165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latin typeface="Krona One"/>
              </a:defRPr>
            </a:pPr>
            <a:endParaRPr lang="en-GB"/>
          </a:p>
        </p:txBody>
      </p:sp>
      <p:sp>
        <p:nvSpPr>
          <p:cNvPr id="27" name="!!Decision_07"/>
          <p:cNvSpPr/>
          <p:nvPr/>
        </p:nvSpPr>
        <p:spPr>
          <a:xfrm>
            <a:off x="4494276" y="3070371"/>
            <a:ext cx="246888" cy="195041"/>
          </a:xfrm>
          <a:prstGeom prst="ellipse">
            <a:avLst/>
          </a:prstGeom>
          <a:solidFill>
            <a:srgbClr val="008BEF"/>
          </a:solidFill>
          <a:ln w="165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latin typeface="Krona One"/>
              </a:defRPr>
            </a:pPr>
            <a:endParaRPr lang="en-GB"/>
          </a:p>
        </p:txBody>
      </p:sp>
      <p:sp>
        <p:nvSpPr>
          <p:cNvPr id="28" name="!!Decision_08"/>
          <p:cNvSpPr/>
          <p:nvPr/>
        </p:nvSpPr>
        <p:spPr>
          <a:xfrm>
            <a:off x="4791456" y="2513868"/>
            <a:ext cx="292608" cy="231160"/>
          </a:xfrm>
          <a:prstGeom prst="ellipse">
            <a:avLst/>
          </a:prstGeom>
          <a:solidFill>
            <a:srgbClr val="008BEF"/>
          </a:solidFill>
          <a:ln w="165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latin typeface="Krona One"/>
              </a:defRPr>
            </a:pPr>
            <a:endParaRPr lang="en-GB"/>
          </a:p>
        </p:txBody>
      </p:sp>
      <p:sp>
        <p:nvSpPr>
          <p:cNvPr id="29" name="!!Decision_09"/>
          <p:cNvSpPr/>
          <p:nvPr/>
        </p:nvSpPr>
        <p:spPr>
          <a:xfrm>
            <a:off x="5134356" y="2858963"/>
            <a:ext cx="246888" cy="195041"/>
          </a:xfrm>
          <a:prstGeom prst="ellipse">
            <a:avLst/>
          </a:prstGeom>
          <a:solidFill>
            <a:srgbClr val="008BEF"/>
          </a:solidFill>
          <a:ln w="165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latin typeface="Krona One"/>
              </a:defRPr>
            </a:pPr>
            <a:endParaRPr lang="en-GB"/>
          </a:p>
        </p:txBody>
      </p:sp>
      <p:sp>
        <p:nvSpPr>
          <p:cNvPr id="30" name="!!Decision_10"/>
          <p:cNvSpPr/>
          <p:nvPr/>
        </p:nvSpPr>
        <p:spPr>
          <a:xfrm>
            <a:off x="5454396" y="2280696"/>
            <a:ext cx="246888" cy="195041"/>
          </a:xfrm>
          <a:prstGeom prst="ellipse">
            <a:avLst/>
          </a:prstGeom>
          <a:solidFill>
            <a:srgbClr val="008BEF"/>
          </a:solidFill>
          <a:ln w="165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latin typeface="Krona One"/>
              </a:defRPr>
            </a:pPr>
            <a:endParaRPr lang="en-GB"/>
          </a:p>
        </p:txBody>
      </p:sp>
      <p:sp>
        <p:nvSpPr>
          <p:cNvPr id="31" name="!!Decision_11"/>
          <p:cNvSpPr/>
          <p:nvPr/>
        </p:nvSpPr>
        <p:spPr>
          <a:xfrm>
            <a:off x="5774436" y="2672425"/>
            <a:ext cx="246888" cy="195041"/>
          </a:xfrm>
          <a:prstGeom prst="ellipse">
            <a:avLst/>
          </a:prstGeom>
          <a:solidFill>
            <a:srgbClr val="008BEF"/>
          </a:solidFill>
          <a:ln w="165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latin typeface="Krona One"/>
              </a:defRPr>
            </a:pPr>
            <a:endParaRPr lang="en-GB"/>
          </a:p>
        </p:txBody>
      </p:sp>
      <p:sp>
        <p:nvSpPr>
          <p:cNvPr id="32" name="object 3"/>
          <p:cNvSpPr txBox="1"/>
          <p:nvPr/>
        </p:nvSpPr>
        <p:spPr>
          <a:xfrm>
            <a:off x="8750808" y="548640"/>
            <a:ext cx="1965960" cy="384048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>
              <a:defRPr sz="950">
                <a:solidFill>
                  <a:srgbClr val="008BEF"/>
                </a:solidFill>
                <a:latin typeface="Krona One"/>
              </a:defRPr>
            </a:pPr>
            <a:r>
              <a:rPr sz="950" b="0">
                <a:solidFill>
                  <a:srgbClr val="008BEF"/>
                </a:solidFill>
                <a:latin typeface="Krona One"/>
              </a:rPr>
              <a:t>SOUTH COAST</a:t>
            </a:r>
          </a:p>
          <a:p>
            <a:pPr>
              <a:defRPr sz="950">
                <a:solidFill>
                  <a:srgbClr val="008BEF"/>
                </a:solidFill>
                <a:latin typeface="Krona One"/>
              </a:defRPr>
            </a:pPr>
            <a:r>
              <a:rPr sz="950" b="0">
                <a:solidFill>
                  <a:srgbClr val="008BEF"/>
                </a:solidFill>
                <a:latin typeface="Krona One"/>
              </a:rPr>
              <a:t>USER GROUP</a:t>
            </a:r>
          </a:p>
        </p:txBody>
      </p:sp>
      <p:sp>
        <p:nvSpPr>
          <p:cNvPr id="33" name="object 4"/>
          <p:cNvSpPr txBox="1"/>
          <p:nvPr/>
        </p:nvSpPr>
        <p:spPr>
          <a:xfrm>
            <a:off x="8750808" y="969264"/>
            <a:ext cx="1965960" cy="210312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marR="5080" indent="166370" algn="l">
              <a:lnSpc>
                <a:spcPct val="100000"/>
              </a:lnSpc>
              <a:spcBef>
                <a:spcPts val="100"/>
              </a:spcBef>
              <a:defRPr sz="850">
                <a:solidFill>
                  <a:srgbClr val="1D2842"/>
                </a:solidFill>
                <a:latin typeface="Krona One"/>
              </a:defRPr>
            </a:pPr>
            <a:r>
              <a:rPr lang="en-GB" sz="850" b="0">
                <a:solidFill>
                  <a:srgbClr val="1D2842"/>
                </a:solidFill>
                <a:latin typeface="Krona One"/>
                <a:cs typeface="Krona One"/>
              </a:rPr>
              <a:t>23</a:t>
            </a:r>
            <a:r>
              <a:rPr lang="en-GB" sz="850" b="0" baseline="30000">
                <a:solidFill>
                  <a:srgbClr val="1D2842"/>
                </a:solidFill>
                <a:latin typeface="Krona One"/>
                <a:cs typeface="Krona One"/>
              </a:rPr>
              <a:t>RD</a:t>
            </a:r>
            <a:r>
              <a:rPr lang="en-GB" sz="850" b="0">
                <a:solidFill>
                  <a:srgbClr val="1D2842"/>
                </a:solidFill>
                <a:latin typeface="Krona One"/>
                <a:cs typeface="Krona One"/>
              </a:rPr>
              <a:t> OCTOBER 2026</a:t>
            </a:r>
            <a:endParaRPr sz="1300">
              <a:latin typeface="Krona One"/>
              <a:cs typeface="Krona One"/>
            </a:endParaRPr>
          </a:p>
        </p:txBody>
      </p:sp>
      <p:pic>
        <p:nvPicPr>
          <p:cNvPr id="34" name="Picture 25" descr="Meetup - Wikipedia">
            <a:extLst>
              <a:ext uri="{FF2B5EF4-FFF2-40B4-BE49-F238E27FC236}">
                <a16:creationId xmlns:a16="http://schemas.microsoft.com/office/drawing/2014/main" id="{1F875E31-D75C-D4D6-7D46-70E072C46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320150"/>
            <a:ext cx="933329" cy="89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5109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37F76-E02C-D238-F3D0-AC8CB663D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608" y="502920"/>
            <a:ext cx="8046720" cy="941832"/>
          </a:xfr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BDBB0"/>
                </a:solidFill>
                <a:latin typeface="Krona One"/>
              </a:defRPr>
            </a:pPr>
            <a:r>
              <a:rPr lang="en-US" sz="2900" b="0">
                <a:solidFill>
                  <a:srgbClr val="1BDBB0"/>
                </a:solidFill>
                <a:latin typeface="Krona One"/>
              </a:rPr>
              <a:t>Decisions shift with context</a:t>
            </a:r>
          </a:p>
        </p:txBody>
      </p:sp>
      <p:sp>
        <p:nvSpPr>
          <p:cNvPr id="3" name="!!Subtitle"/>
          <p:cNvSpPr txBox="1"/>
          <p:nvPr/>
        </p:nvSpPr>
        <p:spPr>
          <a:xfrm>
            <a:off x="731520" y="1463040"/>
            <a:ext cx="10607040" cy="303397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  <a:defRPr sz="1700">
                <a:solidFill>
                  <a:srgbClr val="1D2842"/>
                </a:solidFill>
                <a:latin typeface="Krona One"/>
              </a:defRPr>
            </a:pPr>
            <a:r>
              <a:rPr lang="en-GB" sz="1360" b="0">
                <a:solidFill>
                  <a:srgbClr val="1D2842"/>
                </a:solidFill>
                <a:latin typeface="Krona One"/>
              </a:rPr>
              <a:t>Each dot is a decision — context shifts where it lands.</a:t>
            </a:r>
          </a:p>
        </p:txBody>
      </p:sp>
      <p:cxnSp>
        <p:nvCxnSpPr>
          <p:cNvPr id="4" name="!!Guide_1"/>
          <p:cNvCxnSpPr/>
          <p:nvPr/>
        </p:nvCxnSpPr>
        <p:spPr>
          <a:xfrm>
            <a:off x="3886200" y="2240280"/>
            <a:ext cx="0" cy="902970"/>
          </a:xfrm>
          <a:prstGeom prst="line">
            <a:avLst/>
          </a:prstGeom>
          <a:ln w="12700">
            <a:solidFill>
              <a:srgbClr val="D7E5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!!GuideUp_1"/>
          <p:cNvSpPr/>
          <p:nvPr/>
        </p:nvSpPr>
        <p:spPr>
          <a:xfrm>
            <a:off x="3835908" y="2196754"/>
            <a:ext cx="100584" cy="72237"/>
          </a:xfrm>
          <a:prstGeom prst="triangle">
            <a:avLst/>
          </a:prstGeom>
          <a:solidFill>
            <a:srgbClr val="D7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latin typeface="Krona One"/>
              </a:defRPr>
            </a:pPr>
            <a:endParaRPr lang="en-GB"/>
          </a:p>
        </p:txBody>
      </p:sp>
      <p:sp>
        <p:nvSpPr>
          <p:cNvPr id="6" name="!!GuideDown_1"/>
          <p:cNvSpPr/>
          <p:nvPr/>
        </p:nvSpPr>
        <p:spPr>
          <a:xfrm rot="10800000">
            <a:off x="3835908" y="2998866"/>
            <a:ext cx="100584" cy="72237"/>
          </a:xfrm>
          <a:prstGeom prst="triangle">
            <a:avLst/>
          </a:prstGeom>
          <a:solidFill>
            <a:srgbClr val="D7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latin typeface="Krona One"/>
              </a:defRPr>
            </a:pPr>
            <a:endParaRPr lang="en-GB"/>
          </a:p>
        </p:txBody>
      </p:sp>
      <p:cxnSp>
        <p:nvCxnSpPr>
          <p:cNvPr id="7" name="!!Guide_2"/>
          <p:cNvCxnSpPr/>
          <p:nvPr/>
        </p:nvCxnSpPr>
        <p:spPr>
          <a:xfrm>
            <a:off x="6080760" y="2053741"/>
            <a:ext cx="0" cy="902970"/>
          </a:xfrm>
          <a:prstGeom prst="line">
            <a:avLst/>
          </a:prstGeom>
          <a:ln w="12700">
            <a:solidFill>
              <a:srgbClr val="D7E5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!!GuideUp_2"/>
          <p:cNvSpPr/>
          <p:nvPr/>
        </p:nvSpPr>
        <p:spPr>
          <a:xfrm>
            <a:off x="6030468" y="2010216"/>
            <a:ext cx="100584" cy="72237"/>
          </a:xfrm>
          <a:prstGeom prst="triangle">
            <a:avLst/>
          </a:prstGeom>
          <a:solidFill>
            <a:srgbClr val="D7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latin typeface="Krona One"/>
              </a:defRPr>
            </a:pPr>
            <a:endParaRPr lang="en-GB"/>
          </a:p>
        </p:txBody>
      </p:sp>
      <p:sp>
        <p:nvSpPr>
          <p:cNvPr id="9" name="!!GuideDown_2"/>
          <p:cNvSpPr/>
          <p:nvPr/>
        </p:nvSpPr>
        <p:spPr>
          <a:xfrm rot="10800000">
            <a:off x="6030468" y="2812327"/>
            <a:ext cx="100584" cy="72237"/>
          </a:xfrm>
          <a:prstGeom prst="triangle">
            <a:avLst/>
          </a:prstGeom>
          <a:solidFill>
            <a:srgbClr val="D7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latin typeface="Krona One"/>
              </a:defRPr>
            </a:pPr>
            <a:endParaRPr lang="en-GB"/>
          </a:p>
        </p:txBody>
      </p:sp>
      <p:cxnSp>
        <p:nvCxnSpPr>
          <p:cNvPr id="10" name="!!Guide_3"/>
          <p:cNvCxnSpPr/>
          <p:nvPr/>
        </p:nvCxnSpPr>
        <p:spPr>
          <a:xfrm>
            <a:off x="8183879" y="2364638"/>
            <a:ext cx="0" cy="902970"/>
          </a:xfrm>
          <a:prstGeom prst="line">
            <a:avLst/>
          </a:prstGeom>
          <a:ln w="12700">
            <a:solidFill>
              <a:srgbClr val="D7E5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!!GuideUp_3"/>
          <p:cNvSpPr/>
          <p:nvPr/>
        </p:nvSpPr>
        <p:spPr>
          <a:xfrm>
            <a:off x="8133588" y="2321112"/>
            <a:ext cx="100584" cy="72237"/>
          </a:xfrm>
          <a:prstGeom prst="triangle">
            <a:avLst/>
          </a:prstGeom>
          <a:solidFill>
            <a:srgbClr val="D7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latin typeface="Krona One"/>
              </a:defRPr>
            </a:pPr>
            <a:endParaRPr lang="en-GB"/>
          </a:p>
        </p:txBody>
      </p:sp>
      <p:sp>
        <p:nvSpPr>
          <p:cNvPr id="12" name="!!GuideDown_3"/>
          <p:cNvSpPr/>
          <p:nvPr/>
        </p:nvSpPr>
        <p:spPr>
          <a:xfrm rot="10800000">
            <a:off x="8133588" y="3123223"/>
            <a:ext cx="100584" cy="72237"/>
          </a:xfrm>
          <a:prstGeom prst="triangle">
            <a:avLst/>
          </a:prstGeom>
          <a:solidFill>
            <a:srgbClr val="D7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latin typeface="Krona One"/>
              </a:defRPr>
            </a:pPr>
            <a:endParaRPr lang="en-GB"/>
          </a:p>
        </p:txBody>
      </p:sp>
      <p:cxnSp>
        <p:nvCxnSpPr>
          <p:cNvPr id="13" name="!!ScaleLeft"/>
          <p:cNvCxnSpPr/>
          <p:nvPr/>
        </p:nvCxnSpPr>
        <p:spPr>
          <a:xfrm>
            <a:off x="1554480" y="3732580"/>
            <a:ext cx="4535424" cy="0"/>
          </a:xfrm>
          <a:prstGeom prst="line">
            <a:avLst/>
          </a:prstGeom>
          <a:ln w="38100">
            <a:solidFill>
              <a:srgbClr val="008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!!ScaleRight"/>
          <p:cNvCxnSpPr/>
          <p:nvPr/>
        </p:nvCxnSpPr>
        <p:spPr>
          <a:xfrm>
            <a:off x="6089904" y="3732580"/>
            <a:ext cx="4535424" cy="0"/>
          </a:xfrm>
          <a:prstGeom prst="line">
            <a:avLst/>
          </a:prstGeom>
          <a:ln w="38100">
            <a:solidFill>
              <a:srgbClr val="00A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!!ScaleCentre"/>
          <p:cNvSpPr/>
          <p:nvPr/>
        </p:nvSpPr>
        <p:spPr>
          <a:xfrm>
            <a:off x="6007608" y="3676619"/>
            <a:ext cx="164592" cy="130027"/>
          </a:xfrm>
          <a:prstGeom prst="ellipse">
            <a:avLst/>
          </a:prstGeom>
          <a:solidFill>
            <a:srgbClr val="1D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latin typeface="Krona One"/>
              </a:defRPr>
            </a:pPr>
            <a:endParaRPr lang="en-GB"/>
          </a:p>
        </p:txBody>
      </p:sp>
      <p:sp>
        <p:nvSpPr>
          <p:cNvPr id="16" name="!!Mercenary"/>
          <p:cNvSpPr txBox="1"/>
          <p:nvPr/>
        </p:nvSpPr>
        <p:spPr>
          <a:xfrm>
            <a:off x="1554480" y="3906682"/>
            <a:ext cx="2743200" cy="260055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  <a:defRPr sz="1800">
                <a:latin typeface="Krona One"/>
              </a:defRPr>
            </a:pPr>
            <a:r>
              <a:rPr lang="en-GB" sz="1440" b="0">
                <a:solidFill>
                  <a:srgbClr val="008BEF"/>
                </a:solidFill>
                <a:latin typeface="Krona One"/>
              </a:rPr>
              <a:t>MERCENARY</a:t>
            </a:r>
          </a:p>
        </p:txBody>
      </p:sp>
      <p:sp>
        <p:nvSpPr>
          <p:cNvPr id="17" name="!!MercenarySub"/>
          <p:cNvSpPr txBox="1"/>
          <p:nvPr/>
        </p:nvSpPr>
        <p:spPr>
          <a:xfrm>
            <a:off x="1554480" y="4167835"/>
            <a:ext cx="2743200" cy="231160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  <a:defRPr sz="1500">
                <a:latin typeface="Krona One"/>
              </a:defRPr>
            </a:pPr>
            <a:r>
              <a:rPr lang="en-GB" sz="1200" b="0">
                <a:solidFill>
                  <a:srgbClr val="1D2842"/>
                </a:solidFill>
                <a:latin typeface="Krona One"/>
              </a:rPr>
              <a:t>reward-led</a:t>
            </a:r>
          </a:p>
        </p:txBody>
      </p:sp>
      <p:sp>
        <p:nvSpPr>
          <p:cNvPr id="18" name="!!Missionary"/>
          <p:cNvSpPr txBox="1"/>
          <p:nvPr/>
        </p:nvSpPr>
        <p:spPr>
          <a:xfrm>
            <a:off x="7882127" y="3906682"/>
            <a:ext cx="2743200" cy="260055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r">
              <a:lnSpc>
                <a:spcPct val="100000"/>
              </a:lnSpc>
              <a:defRPr sz="1800">
                <a:latin typeface="Krona One"/>
              </a:defRPr>
            </a:pPr>
            <a:r>
              <a:rPr lang="en-GB" sz="1440" b="0">
                <a:solidFill>
                  <a:srgbClr val="00AD91"/>
                </a:solidFill>
                <a:latin typeface="Krona One"/>
              </a:rPr>
              <a:t>MISSIONARY</a:t>
            </a:r>
          </a:p>
        </p:txBody>
      </p:sp>
      <p:sp>
        <p:nvSpPr>
          <p:cNvPr id="19" name="!!MissionarySub"/>
          <p:cNvSpPr txBox="1"/>
          <p:nvPr/>
        </p:nvSpPr>
        <p:spPr>
          <a:xfrm>
            <a:off x="7882127" y="4167835"/>
            <a:ext cx="2743200" cy="231160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r">
              <a:lnSpc>
                <a:spcPct val="100000"/>
              </a:lnSpc>
              <a:defRPr sz="1500">
                <a:latin typeface="Krona One"/>
              </a:defRPr>
            </a:pPr>
            <a:r>
              <a:rPr lang="en-GB" sz="1200" b="0">
                <a:solidFill>
                  <a:srgbClr val="1D2842"/>
                </a:solidFill>
                <a:latin typeface="Krona One"/>
              </a:rPr>
              <a:t>purpose-led</a:t>
            </a:r>
          </a:p>
        </p:txBody>
      </p:sp>
      <p:sp>
        <p:nvSpPr>
          <p:cNvPr id="20" name="!!Takeaway"/>
          <p:cNvSpPr txBox="1"/>
          <p:nvPr/>
        </p:nvSpPr>
        <p:spPr>
          <a:xfrm>
            <a:off x="2286000" y="4603089"/>
            <a:ext cx="7616952" cy="361188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lnSpc>
                <a:spcPct val="100000"/>
              </a:lnSpc>
              <a:defRPr sz="2000" b="1">
                <a:solidFill>
                  <a:srgbClr val="1D2842"/>
                </a:solidFill>
                <a:latin typeface="Krona One"/>
              </a:defRPr>
            </a:pPr>
            <a:r>
              <a:rPr lang="en-GB" sz="1600" b="0">
                <a:solidFill>
                  <a:srgbClr val="1D2842"/>
                </a:solidFill>
                <a:latin typeface="Krona One"/>
              </a:rPr>
              <a:t>The stance is fluid — not a fixed identity.</a:t>
            </a:r>
          </a:p>
        </p:txBody>
      </p:sp>
      <p:sp>
        <p:nvSpPr>
          <p:cNvPr id="21" name="!!Decision_01"/>
          <p:cNvSpPr/>
          <p:nvPr/>
        </p:nvSpPr>
        <p:spPr>
          <a:xfrm>
            <a:off x="5500116" y="2622682"/>
            <a:ext cx="246888" cy="195041"/>
          </a:xfrm>
          <a:prstGeom prst="ellipse">
            <a:avLst/>
          </a:prstGeom>
          <a:solidFill>
            <a:srgbClr val="008BEF"/>
          </a:solidFill>
          <a:ln w="165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latin typeface="Krona One"/>
              </a:defRPr>
            </a:pPr>
            <a:endParaRPr lang="en-GB"/>
          </a:p>
        </p:txBody>
      </p:sp>
      <p:sp>
        <p:nvSpPr>
          <p:cNvPr id="22" name="!!Decision_02"/>
          <p:cNvSpPr/>
          <p:nvPr/>
        </p:nvSpPr>
        <p:spPr>
          <a:xfrm>
            <a:off x="5865876" y="2946013"/>
            <a:ext cx="246888" cy="195041"/>
          </a:xfrm>
          <a:prstGeom prst="ellipse">
            <a:avLst/>
          </a:prstGeom>
          <a:solidFill>
            <a:srgbClr val="008BEF"/>
          </a:solidFill>
          <a:ln w="165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latin typeface="Krona One"/>
              </a:defRPr>
            </a:pPr>
            <a:endParaRPr lang="en-GB"/>
          </a:p>
        </p:txBody>
      </p:sp>
      <p:sp>
        <p:nvSpPr>
          <p:cNvPr id="23" name="!!Decision_03"/>
          <p:cNvSpPr/>
          <p:nvPr/>
        </p:nvSpPr>
        <p:spPr>
          <a:xfrm>
            <a:off x="6208776" y="2283805"/>
            <a:ext cx="292608" cy="231160"/>
          </a:xfrm>
          <a:prstGeom prst="ellipse">
            <a:avLst/>
          </a:prstGeom>
          <a:solidFill>
            <a:srgbClr val="008BEF"/>
          </a:solidFill>
          <a:ln w="165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latin typeface="Krona One"/>
              </a:defRPr>
            </a:pPr>
            <a:endParaRPr lang="en-GB"/>
          </a:p>
        </p:txBody>
      </p:sp>
      <p:sp>
        <p:nvSpPr>
          <p:cNvPr id="24" name="!!Decision_04"/>
          <p:cNvSpPr/>
          <p:nvPr/>
        </p:nvSpPr>
        <p:spPr>
          <a:xfrm>
            <a:off x="6597396" y="2778130"/>
            <a:ext cx="246888" cy="195041"/>
          </a:xfrm>
          <a:prstGeom prst="ellipse">
            <a:avLst/>
          </a:prstGeom>
          <a:solidFill>
            <a:srgbClr val="008BEF"/>
          </a:solidFill>
          <a:ln w="165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latin typeface="Krona One"/>
              </a:defRPr>
            </a:pPr>
            <a:endParaRPr lang="en-GB"/>
          </a:p>
        </p:txBody>
      </p:sp>
      <p:sp>
        <p:nvSpPr>
          <p:cNvPr id="25" name="!!Decision_05"/>
          <p:cNvSpPr/>
          <p:nvPr/>
        </p:nvSpPr>
        <p:spPr>
          <a:xfrm>
            <a:off x="6963156" y="2063069"/>
            <a:ext cx="246888" cy="195041"/>
          </a:xfrm>
          <a:prstGeom prst="ellipse">
            <a:avLst/>
          </a:prstGeom>
          <a:solidFill>
            <a:srgbClr val="008BEF"/>
          </a:solidFill>
          <a:ln w="165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latin typeface="Krona One"/>
              </a:defRPr>
            </a:pPr>
            <a:endParaRPr lang="en-GB"/>
          </a:p>
        </p:txBody>
      </p:sp>
      <p:sp>
        <p:nvSpPr>
          <p:cNvPr id="26" name="!!Decision_06"/>
          <p:cNvSpPr/>
          <p:nvPr/>
        </p:nvSpPr>
        <p:spPr>
          <a:xfrm>
            <a:off x="7328916" y="3045499"/>
            <a:ext cx="246888" cy="195041"/>
          </a:xfrm>
          <a:prstGeom prst="ellipse">
            <a:avLst/>
          </a:prstGeom>
          <a:solidFill>
            <a:srgbClr val="008BEF"/>
          </a:solidFill>
          <a:ln w="165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latin typeface="Krona One"/>
              </a:defRPr>
            </a:pPr>
            <a:endParaRPr lang="en-GB"/>
          </a:p>
        </p:txBody>
      </p:sp>
      <p:sp>
        <p:nvSpPr>
          <p:cNvPr id="27" name="!!Decision_07"/>
          <p:cNvSpPr/>
          <p:nvPr/>
        </p:nvSpPr>
        <p:spPr>
          <a:xfrm>
            <a:off x="7694675" y="2454798"/>
            <a:ext cx="246888" cy="195041"/>
          </a:xfrm>
          <a:prstGeom prst="ellipse">
            <a:avLst/>
          </a:prstGeom>
          <a:solidFill>
            <a:srgbClr val="008BEF"/>
          </a:solidFill>
          <a:ln w="165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latin typeface="Krona One"/>
              </a:defRPr>
            </a:pPr>
            <a:endParaRPr lang="en-GB"/>
          </a:p>
        </p:txBody>
      </p:sp>
      <p:sp>
        <p:nvSpPr>
          <p:cNvPr id="28" name="!!Decision_08"/>
          <p:cNvSpPr/>
          <p:nvPr/>
        </p:nvSpPr>
        <p:spPr>
          <a:xfrm>
            <a:off x="8037575" y="2824764"/>
            <a:ext cx="292608" cy="231160"/>
          </a:xfrm>
          <a:prstGeom prst="ellipse">
            <a:avLst/>
          </a:prstGeom>
          <a:solidFill>
            <a:srgbClr val="008BEF"/>
          </a:solidFill>
          <a:ln w="165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latin typeface="Krona One"/>
              </a:defRPr>
            </a:pPr>
            <a:endParaRPr lang="en-GB"/>
          </a:p>
        </p:txBody>
      </p:sp>
      <p:sp>
        <p:nvSpPr>
          <p:cNvPr id="29" name="!!Decision_09"/>
          <p:cNvSpPr/>
          <p:nvPr/>
        </p:nvSpPr>
        <p:spPr>
          <a:xfrm>
            <a:off x="8426196" y="2199863"/>
            <a:ext cx="246888" cy="195041"/>
          </a:xfrm>
          <a:prstGeom prst="ellipse">
            <a:avLst/>
          </a:prstGeom>
          <a:solidFill>
            <a:srgbClr val="008BEF"/>
          </a:solidFill>
          <a:ln w="165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latin typeface="Krona One"/>
              </a:defRPr>
            </a:pPr>
            <a:endParaRPr lang="en-GB"/>
          </a:p>
        </p:txBody>
      </p:sp>
      <p:sp>
        <p:nvSpPr>
          <p:cNvPr id="30" name="!!Decision_10"/>
          <p:cNvSpPr/>
          <p:nvPr/>
        </p:nvSpPr>
        <p:spPr>
          <a:xfrm>
            <a:off x="8791956" y="2653771"/>
            <a:ext cx="246888" cy="195041"/>
          </a:xfrm>
          <a:prstGeom prst="ellipse">
            <a:avLst/>
          </a:prstGeom>
          <a:solidFill>
            <a:srgbClr val="008BEF"/>
          </a:solidFill>
          <a:ln w="165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latin typeface="Krona One"/>
              </a:defRPr>
            </a:pPr>
            <a:endParaRPr lang="en-GB"/>
          </a:p>
        </p:txBody>
      </p:sp>
      <p:sp>
        <p:nvSpPr>
          <p:cNvPr id="31" name="!!Decision_11"/>
          <p:cNvSpPr/>
          <p:nvPr/>
        </p:nvSpPr>
        <p:spPr>
          <a:xfrm>
            <a:off x="9157716" y="2386401"/>
            <a:ext cx="246888" cy="195041"/>
          </a:xfrm>
          <a:prstGeom prst="ellipse">
            <a:avLst/>
          </a:prstGeom>
          <a:solidFill>
            <a:srgbClr val="008BEF"/>
          </a:solidFill>
          <a:ln w="165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latin typeface="Krona One"/>
              </a:defRPr>
            </a:pPr>
            <a:endParaRPr lang="en-GB"/>
          </a:p>
        </p:txBody>
      </p:sp>
      <p:sp>
        <p:nvSpPr>
          <p:cNvPr id="32" name="object 3"/>
          <p:cNvSpPr txBox="1"/>
          <p:nvPr/>
        </p:nvSpPr>
        <p:spPr>
          <a:xfrm>
            <a:off x="8750808" y="548640"/>
            <a:ext cx="1965960" cy="384048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>
              <a:defRPr sz="950">
                <a:solidFill>
                  <a:srgbClr val="008BEF"/>
                </a:solidFill>
                <a:latin typeface="Krona One"/>
              </a:defRPr>
            </a:pPr>
            <a:r>
              <a:rPr sz="950" b="0">
                <a:solidFill>
                  <a:srgbClr val="008BEF"/>
                </a:solidFill>
                <a:latin typeface="Krona One"/>
              </a:rPr>
              <a:t>SOUTH COAST</a:t>
            </a:r>
          </a:p>
          <a:p>
            <a:pPr>
              <a:defRPr sz="950">
                <a:solidFill>
                  <a:srgbClr val="008BEF"/>
                </a:solidFill>
                <a:latin typeface="Krona One"/>
              </a:defRPr>
            </a:pPr>
            <a:r>
              <a:rPr sz="950" b="0">
                <a:solidFill>
                  <a:srgbClr val="008BEF"/>
                </a:solidFill>
                <a:latin typeface="Krona One"/>
              </a:rPr>
              <a:t>USER GROUP</a:t>
            </a:r>
          </a:p>
        </p:txBody>
      </p:sp>
      <p:sp>
        <p:nvSpPr>
          <p:cNvPr id="33" name="object 4"/>
          <p:cNvSpPr txBox="1"/>
          <p:nvPr/>
        </p:nvSpPr>
        <p:spPr>
          <a:xfrm>
            <a:off x="8750808" y="969264"/>
            <a:ext cx="1965960" cy="210312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marR="5080" indent="166370" algn="l">
              <a:lnSpc>
                <a:spcPct val="100000"/>
              </a:lnSpc>
              <a:spcBef>
                <a:spcPts val="100"/>
              </a:spcBef>
              <a:defRPr sz="850">
                <a:solidFill>
                  <a:srgbClr val="1D2842"/>
                </a:solidFill>
                <a:latin typeface="Krona One"/>
              </a:defRPr>
            </a:pPr>
            <a:r>
              <a:rPr lang="en-GB" sz="850" b="0">
                <a:solidFill>
                  <a:srgbClr val="1D2842"/>
                </a:solidFill>
                <a:latin typeface="Krona One"/>
                <a:cs typeface="Krona One"/>
              </a:rPr>
              <a:t>23</a:t>
            </a:r>
            <a:r>
              <a:rPr lang="en-GB" sz="850" b="0" baseline="30000">
                <a:solidFill>
                  <a:srgbClr val="1D2842"/>
                </a:solidFill>
                <a:latin typeface="Krona One"/>
                <a:cs typeface="Krona One"/>
              </a:rPr>
              <a:t>RD</a:t>
            </a:r>
            <a:r>
              <a:rPr lang="en-GB" sz="850" b="0">
                <a:solidFill>
                  <a:srgbClr val="1D2842"/>
                </a:solidFill>
                <a:latin typeface="Krona One"/>
                <a:cs typeface="Krona One"/>
              </a:rPr>
              <a:t> OCTOBER 2026</a:t>
            </a:r>
            <a:endParaRPr sz="1300">
              <a:latin typeface="Krona One"/>
              <a:cs typeface="Krona One"/>
            </a:endParaRPr>
          </a:p>
        </p:txBody>
      </p:sp>
      <p:pic>
        <p:nvPicPr>
          <p:cNvPr id="34" name="Picture 25" descr="Meetup - Wikipedia">
            <a:extLst>
              <a:ext uri="{FF2B5EF4-FFF2-40B4-BE49-F238E27FC236}">
                <a16:creationId xmlns:a16="http://schemas.microsoft.com/office/drawing/2014/main" id="{1F875E31-D75C-D4D6-7D46-70E072C46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320150"/>
            <a:ext cx="933329" cy="89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7244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96F1B-902B-55A4-EEFD-F2F1F536D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608" y="502920"/>
            <a:ext cx="8046720" cy="941832"/>
          </a:xfr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BDBB0"/>
                </a:solidFill>
                <a:latin typeface="Krona One"/>
              </a:defRPr>
            </a:pPr>
            <a:r>
              <a:rPr lang="en-GB" sz="2500" b="0">
                <a:solidFill>
                  <a:srgbClr val="1BDBB0"/>
                </a:solidFill>
                <a:latin typeface="Krona One"/>
              </a:rPr>
              <a:t>Effort follows purpose and ownership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731520" y="1463040"/>
            <a:ext cx="10607040" cy="303397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  <a:defRPr sz="1700">
                <a:solidFill>
                  <a:srgbClr val="1D2842"/>
                </a:solidFill>
                <a:latin typeface="Krona One"/>
              </a:defRPr>
            </a:pPr>
            <a:r>
              <a:rPr lang="en-GB" sz="1360" b="0">
                <a:solidFill>
                  <a:srgbClr val="1D2842"/>
                </a:solidFill>
                <a:latin typeface="Krona One"/>
              </a:rPr>
              <a:t>Consultants move by situation, each dot is a moment, not a fixed identity.</a:t>
            </a:r>
          </a:p>
        </p:txBody>
      </p:sp>
      <p:cxnSp>
        <p:nvCxnSpPr>
          <p:cNvPr id="4" name="Mercenary half-axis"/>
          <p:cNvCxnSpPr/>
          <p:nvPr/>
        </p:nvCxnSpPr>
        <p:spPr>
          <a:xfrm>
            <a:off x="1645920" y="3166750"/>
            <a:ext cx="4434840" cy="0"/>
          </a:xfrm>
          <a:prstGeom prst="line">
            <a:avLst/>
          </a:prstGeom>
          <a:ln w="30480">
            <a:solidFill>
              <a:srgbClr val="008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Missionary half-axis"/>
          <p:cNvCxnSpPr/>
          <p:nvPr/>
        </p:nvCxnSpPr>
        <p:spPr>
          <a:xfrm>
            <a:off x="6080760" y="3166750"/>
            <a:ext cx="4892040" cy="0"/>
          </a:xfrm>
          <a:prstGeom prst="line">
            <a:avLst/>
          </a:prstGeom>
          <a:ln w="30480">
            <a:solidFill>
              <a:srgbClr val="00A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Ownership axis"/>
          <p:cNvCxnSpPr/>
          <p:nvPr/>
        </p:nvCxnSpPr>
        <p:spPr>
          <a:xfrm>
            <a:off x="6080760" y="2022652"/>
            <a:ext cx="0" cy="2759476"/>
          </a:xfrm>
          <a:prstGeom prst="line">
            <a:avLst/>
          </a:prstGeom>
          <a:ln w="25400">
            <a:solidFill>
              <a:srgbClr val="008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Axis centre"/>
          <p:cNvSpPr>
            <a:spLocks/>
          </p:cNvSpPr>
          <p:nvPr/>
        </p:nvSpPr>
        <p:spPr>
          <a:xfrm>
            <a:off x="6012180" y="3120115"/>
            <a:ext cx="137160" cy="108356"/>
          </a:xfrm>
          <a:prstGeom prst="ellipse">
            <a:avLst/>
          </a:prstGeom>
          <a:solidFill>
            <a:srgbClr val="1D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latin typeface="Krona One"/>
              </a:defRPr>
            </a:pPr>
            <a:endParaRPr lang="en-US"/>
          </a:p>
        </p:txBody>
      </p:sp>
      <p:sp>
        <p:nvSpPr>
          <p:cNvPr id="8" name="Ownership top label"/>
          <p:cNvSpPr txBox="1"/>
          <p:nvPr/>
        </p:nvSpPr>
        <p:spPr>
          <a:xfrm>
            <a:off x="4206240" y="1817461"/>
            <a:ext cx="3749039" cy="21671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008BEF"/>
                </a:solidFill>
                <a:latin typeface="Krona One"/>
              </a:defRPr>
            </a:pPr>
            <a:r>
              <a:rPr lang="en-US" sz="1120" b="0">
                <a:solidFill>
                  <a:srgbClr val="008BEF"/>
                </a:solidFill>
                <a:latin typeface="Krona One"/>
              </a:rPr>
              <a:t>DISCRETIONARY OWNERSHIP</a:t>
            </a:r>
          </a:p>
        </p:txBody>
      </p:sp>
      <p:sp>
        <p:nvSpPr>
          <p:cNvPr id="9" name="Compliance bottom label"/>
          <p:cNvSpPr txBox="1"/>
          <p:nvPr/>
        </p:nvSpPr>
        <p:spPr>
          <a:xfrm>
            <a:off x="4206240" y="4478731"/>
            <a:ext cx="3749039" cy="21671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008BEF"/>
                </a:solidFill>
                <a:latin typeface="Krona One"/>
              </a:defRPr>
            </a:pPr>
            <a:r>
              <a:rPr lang="en-US" sz="1120" b="0">
                <a:solidFill>
                  <a:srgbClr val="008BEF"/>
                </a:solidFill>
                <a:latin typeface="Krona One"/>
              </a:rPr>
              <a:t>MINIMUM COMPLIANCE</a:t>
            </a:r>
          </a:p>
        </p:txBody>
      </p:sp>
      <p:sp>
        <p:nvSpPr>
          <p:cNvPr id="10" name="Mercenary label"/>
          <p:cNvSpPr txBox="1"/>
          <p:nvPr/>
        </p:nvSpPr>
        <p:spPr>
          <a:xfrm>
            <a:off x="502920" y="2818546"/>
            <a:ext cx="1874519" cy="267279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  <a:defRPr sz="1600">
                <a:latin typeface="Krona One"/>
              </a:defRPr>
            </a:pPr>
            <a:r>
              <a:rPr lang="en-US" sz="1280" b="0">
                <a:solidFill>
                  <a:srgbClr val="008BEF"/>
                </a:solidFill>
                <a:latin typeface="Krona One"/>
              </a:rPr>
              <a:t>MERCENARY</a:t>
            </a:r>
          </a:p>
        </p:txBody>
      </p:sp>
      <p:sp>
        <p:nvSpPr>
          <p:cNvPr id="11" name="Mercenary sublabel"/>
          <p:cNvSpPr txBox="1"/>
          <p:nvPr/>
        </p:nvSpPr>
        <p:spPr>
          <a:xfrm>
            <a:off x="502920" y="2973994"/>
            <a:ext cx="1874519" cy="180594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  <a:defRPr sz="1400">
                <a:latin typeface="Krona One"/>
              </a:defRPr>
            </a:pPr>
            <a:r>
              <a:rPr lang="en-US" sz="1120" b="0">
                <a:solidFill>
                  <a:srgbClr val="1D2842"/>
                </a:solidFill>
                <a:latin typeface="Krona One"/>
              </a:rPr>
              <a:t>reward-led</a:t>
            </a:r>
          </a:p>
        </p:txBody>
      </p:sp>
      <p:sp>
        <p:nvSpPr>
          <p:cNvPr id="12" name="Missionary label"/>
          <p:cNvSpPr txBox="1"/>
          <p:nvPr/>
        </p:nvSpPr>
        <p:spPr>
          <a:xfrm>
            <a:off x="9875520" y="2818546"/>
            <a:ext cx="1874519" cy="267279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r">
              <a:lnSpc>
                <a:spcPct val="100000"/>
              </a:lnSpc>
              <a:defRPr sz="1600">
                <a:latin typeface="Krona One"/>
              </a:defRPr>
            </a:pPr>
            <a:r>
              <a:rPr lang="en-GB" sz="1280" b="0">
                <a:solidFill>
                  <a:srgbClr val="00AD91"/>
                </a:solidFill>
                <a:latin typeface="Krona One"/>
              </a:rPr>
              <a:t>MISSIONARY</a:t>
            </a:r>
          </a:p>
        </p:txBody>
      </p:sp>
      <p:sp>
        <p:nvSpPr>
          <p:cNvPr id="13" name="Missionary sublabel"/>
          <p:cNvSpPr txBox="1">
            <a:spLocks/>
          </p:cNvSpPr>
          <p:nvPr/>
        </p:nvSpPr>
        <p:spPr>
          <a:xfrm>
            <a:off x="9875520" y="2973994"/>
            <a:ext cx="1874519" cy="180594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r">
              <a:lnSpc>
                <a:spcPct val="100000"/>
              </a:lnSpc>
              <a:defRPr sz="1400">
                <a:latin typeface="Krona One"/>
              </a:defRPr>
            </a:pPr>
            <a:r>
              <a:rPr lang="en-US" sz="1120" b="0">
                <a:solidFill>
                  <a:srgbClr val="1D2842"/>
                </a:solidFill>
                <a:latin typeface="Krona One"/>
              </a:rPr>
              <a:t>purpose-led</a:t>
            </a:r>
          </a:p>
        </p:txBody>
      </p:sp>
      <p:sp>
        <p:nvSpPr>
          <p:cNvPr id="14" name="Upper left cue"/>
          <p:cNvSpPr txBox="1"/>
          <p:nvPr/>
        </p:nvSpPr>
        <p:spPr>
          <a:xfrm>
            <a:off x="1847088" y="1854768"/>
            <a:ext cx="2331720" cy="202265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008BEF"/>
                </a:solidFill>
                <a:latin typeface="Krona One"/>
              </a:defRPr>
            </a:pPr>
            <a:r>
              <a:rPr lang="en-US" sz="1000" b="0">
                <a:solidFill>
                  <a:srgbClr val="008BEF"/>
                </a:solidFill>
                <a:latin typeface="Krona One"/>
              </a:rPr>
              <a:t>EFFORT FOR REWARD</a:t>
            </a:r>
          </a:p>
        </p:txBody>
      </p:sp>
      <p:sp>
        <p:nvSpPr>
          <p:cNvPr id="15" name="Upper right cue"/>
          <p:cNvSpPr txBox="1"/>
          <p:nvPr/>
        </p:nvSpPr>
        <p:spPr>
          <a:xfrm>
            <a:off x="8229600" y="1854768"/>
            <a:ext cx="2606040" cy="202265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r">
              <a:lnSpc>
                <a:spcPct val="100000"/>
              </a:lnSpc>
              <a:defRPr sz="1200" b="1">
                <a:solidFill>
                  <a:srgbClr val="00AD91"/>
                </a:solidFill>
                <a:latin typeface="Krona One"/>
              </a:defRPr>
            </a:pPr>
            <a:r>
              <a:rPr lang="en-GB" sz="1000" b="0">
                <a:solidFill>
                  <a:srgbClr val="00AD91"/>
                </a:solidFill>
                <a:latin typeface="Krona One"/>
              </a:rPr>
              <a:t>EFFORT FOR IMPACT</a:t>
            </a:r>
          </a:p>
        </p:txBody>
      </p:sp>
      <p:sp>
        <p:nvSpPr>
          <p:cNvPr id="16" name="Lower left cue"/>
          <p:cNvSpPr txBox="1"/>
          <p:nvPr/>
        </p:nvSpPr>
        <p:spPr>
          <a:xfrm>
            <a:off x="1847088" y="4198924"/>
            <a:ext cx="2194560" cy="202265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1D2842"/>
                </a:solidFill>
                <a:latin typeface="Krona One"/>
              </a:defRPr>
            </a:pPr>
            <a:r>
              <a:rPr lang="en-GB" sz="1000" b="0">
                <a:solidFill>
                  <a:srgbClr val="1D2842"/>
                </a:solidFill>
                <a:latin typeface="Krona One"/>
              </a:rPr>
              <a:t>BARE MINIMUM</a:t>
            </a:r>
          </a:p>
        </p:txBody>
      </p:sp>
      <p:sp>
        <p:nvSpPr>
          <p:cNvPr id="17" name="Lower right cue"/>
          <p:cNvSpPr txBox="1"/>
          <p:nvPr/>
        </p:nvSpPr>
        <p:spPr>
          <a:xfrm>
            <a:off x="7973568" y="4198924"/>
            <a:ext cx="2862072" cy="202265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r">
              <a:lnSpc>
                <a:spcPct val="100000"/>
              </a:lnSpc>
              <a:defRPr sz="1200" b="1">
                <a:solidFill>
                  <a:srgbClr val="1D2842"/>
                </a:solidFill>
                <a:latin typeface="Krona One"/>
              </a:defRPr>
            </a:pPr>
            <a:r>
              <a:rPr lang="en-GB" sz="1000" b="0">
                <a:solidFill>
                  <a:srgbClr val="1D2842"/>
                </a:solidFill>
                <a:latin typeface="Krona One"/>
              </a:rPr>
              <a:t>BELIEF, BUT CONSTRAINED</a:t>
            </a:r>
          </a:p>
        </p:txBody>
      </p:sp>
      <p:sp>
        <p:nvSpPr>
          <p:cNvPr id="25" name="Situation label: Outcome aligns with values"/>
          <p:cNvSpPr txBox="1"/>
          <p:nvPr/>
        </p:nvSpPr>
        <p:spPr>
          <a:xfrm>
            <a:off x="8906256" y="2258933"/>
            <a:ext cx="2286000" cy="433425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1D2842"/>
                </a:solidFill>
                <a:latin typeface="Krona One"/>
              </a:defRPr>
            </a:pPr>
            <a:r>
              <a:rPr lang="en-US" sz="1120" b="0">
                <a:solidFill>
                  <a:srgbClr val="1D2842"/>
                </a:solidFill>
                <a:latin typeface="Krona One"/>
              </a:rPr>
              <a:t>Outcome aligns with values</a:t>
            </a:r>
          </a:p>
        </p:txBody>
      </p:sp>
      <p:sp>
        <p:nvSpPr>
          <p:cNvPr id="28" name="Takeaway"/>
          <p:cNvSpPr txBox="1"/>
          <p:nvPr/>
        </p:nvSpPr>
        <p:spPr>
          <a:xfrm>
            <a:off x="1280160" y="4820716"/>
            <a:ext cx="9601200" cy="397306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lnSpc>
                <a:spcPct val="100000"/>
              </a:lnSpc>
              <a:defRPr sz="1700" b="1">
                <a:solidFill>
                  <a:srgbClr val="1D2842"/>
                </a:solidFill>
                <a:latin typeface="Krona One"/>
              </a:defRPr>
            </a:pPr>
            <a:r>
              <a:rPr lang="en-GB" sz="1360" b="0">
                <a:solidFill>
                  <a:srgbClr val="1D2842"/>
                </a:solidFill>
                <a:latin typeface="Krona One"/>
              </a:rPr>
              <a:t>The same consultant can move around the map as purpose, autonomy and incentives change.</a:t>
            </a:r>
          </a:p>
        </p:txBody>
      </p:sp>
      <p:sp>
        <p:nvSpPr>
          <p:cNvPr id="29" name="object 3"/>
          <p:cNvSpPr txBox="1"/>
          <p:nvPr/>
        </p:nvSpPr>
        <p:spPr>
          <a:xfrm>
            <a:off x="8750808" y="548640"/>
            <a:ext cx="1965960" cy="384048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>
              <a:defRPr sz="950">
                <a:solidFill>
                  <a:srgbClr val="008BEF"/>
                </a:solidFill>
                <a:latin typeface="Krona One"/>
              </a:defRPr>
            </a:pPr>
            <a:r>
              <a:rPr sz="950" b="0">
                <a:solidFill>
                  <a:srgbClr val="008BEF"/>
                </a:solidFill>
                <a:latin typeface="Krona One"/>
              </a:rPr>
              <a:t>SOUTH COAST</a:t>
            </a:r>
          </a:p>
          <a:p>
            <a:pPr>
              <a:defRPr sz="950">
                <a:solidFill>
                  <a:srgbClr val="008BEF"/>
                </a:solidFill>
                <a:latin typeface="Krona One"/>
              </a:defRPr>
            </a:pPr>
            <a:r>
              <a:rPr sz="950" b="0">
                <a:solidFill>
                  <a:srgbClr val="008BEF"/>
                </a:solidFill>
                <a:latin typeface="Krona One"/>
              </a:rPr>
              <a:t>USER GROUP</a:t>
            </a:r>
          </a:p>
        </p:txBody>
      </p:sp>
      <p:sp>
        <p:nvSpPr>
          <p:cNvPr id="30" name="object 4"/>
          <p:cNvSpPr txBox="1"/>
          <p:nvPr/>
        </p:nvSpPr>
        <p:spPr>
          <a:xfrm>
            <a:off x="8750808" y="969264"/>
            <a:ext cx="1965960" cy="210312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marR="5080" indent="166370" algn="l">
              <a:lnSpc>
                <a:spcPct val="100000"/>
              </a:lnSpc>
              <a:spcBef>
                <a:spcPts val="100"/>
              </a:spcBef>
              <a:defRPr sz="850">
                <a:solidFill>
                  <a:srgbClr val="1D2842"/>
                </a:solidFill>
                <a:latin typeface="Krona One"/>
              </a:defRPr>
            </a:pPr>
            <a:r>
              <a:rPr lang="en-GB" sz="850" b="0">
                <a:solidFill>
                  <a:srgbClr val="1D2842"/>
                </a:solidFill>
                <a:latin typeface="Krona One"/>
                <a:cs typeface="Krona One"/>
              </a:rPr>
              <a:t>23</a:t>
            </a:r>
            <a:r>
              <a:rPr lang="en-GB" sz="850" b="0" baseline="30000">
                <a:solidFill>
                  <a:srgbClr val="1D2842"/>
                </a:solidFill>
                <a:latin typeface="Krona One"/>
                <a:cs typeface="Krona One"/>
              </a:rPr>
              <a:t>RD</a:t>
            </a:r>
            <a:r>
              <a:rPr lang="en-GB" sz="850" b="0">
                <a:solidFill>
                  <a:srgbClr val="1D2842"/>
                </a:solidFill>
                <a:latin typeface="Krona One"/>
                <a:cs typeface="Krona One"/>
              </a:rPr>
              <a:t> OCTOBER 2026</a:t>
            </a:r>
            <a:endParaRPr sz="1300">
              <a:latin typeface="Krona One"/>
              <a:cs typeface="Krona One"/>
            </a:endParaRPr>
          </a:p>
        </p:txBody>
      </p:sp>
      <p:pic>
        <p:nvPicPr>
          <p:cNvPr id="31" name="Picture 25" descr="Meetup - Wikipedia">
            <a:extLst>
              <a:ext uri="{FF2B5EF4-FFF2-40B4-BE49-F238E27FC236}">
                <a16:creationId xmlns:a16="http://schemas.microsoft.com/office/drawing/2014/main" id="{1F875E31-D75C-D4D6-7D46-70E072C46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320150"/>
            <a:ext cx="933329" cy="89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4217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E83306-A85B-0F3D-D9B0-3B947266B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590D-198F-E3C5-6FBA-434A302E8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608" y="502920"/>
            <a:ext cx="8046720" cy="941832"/>
          </a:xfr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BDBB0"/>
                </a:solidFill>
                <a:latin typeface="Krona One"/>
              </a:defRPr>
            </a:pPr>
            <a:r>
              <a:rPr lang="en-GB" sz="2500" b="0">
                <a:solidFill>
                  <a:srgbClr val="1BDBB0"/>
                </a:solidFill>
                <a:latin typeface="Krona One"/>
              </a:rPr>
              <a:t>Effort follows purpose and ownership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B9A7FE11-D842-EF4F-4CBB-DBC0804FAF5A}"/>
              </a:ext>
            </a:extLst>
          </p:cNvPr>
          <p:cNvSpPr txBox="1"/>
          <p:nvPr/>
        </p:nvSpPr>
        <p:spPr>
          <a:xfrm>
            <a:off x="731520" y="1463040"/>
            <a:ext cx="10607040" cy="303397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  <a:defRPr sz="1700">
                <a:solidFill>
                  <a:srgbClr val="1D2842"/>
                </a:solidFill>
                <a:latin typeface="Krona One"/>
              </a:defRPr>
            </a:pPr>
            <a:r>
              <a:rPr lang="en-GB" sz="1360" b="0">
                <a:solidFill>
                  <a:srgbClr val="1D2842"/>
                </a:solidFill>
                <a:latin typeface="Krona One"/>
              </a:rPr>
              <a:t>Consultants move by situation — each dot is a moment, not a fixed identity.</a:t>
            </a:r>
          </a:p>
        </p:txBody>
      </p:sp>
      <p:cxnSp>
        <p:nvCxnSpPr>
          <p:cNvPr id="4" name="Mercenary half-axis">
            <a:extLst>
              <a:ext uri="{FF2B5EF4-FFF2-40B4-BE49-F238E27FC236}">
                <a16:creationId xmlns:a16="http://schemas.microsoft.com/office/drawing/2014/main" id="{EC016B7C-96A8-A24B-1179-F3A9C367BA77}"/>
              </a:ext>
            </a:extLst>
          </p:cNvPr>
          <p:cNvCxnSpPr/>
          <p:nvPr/>
        </p:nvCxnSpPr>
        <p:spPr>
          <a:xfrm>
            <a:off x="1645920" y="3166750"/>
            <a:ext cx="4434840" cy="0"/>
          </a:xfrm>
          <a:prstGeom prst="line">
            <a:avLst/>
          </a:prstGeom>
          <a:ln w="30480">
            <a:solidFill>
              <a:srgbClr val="008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Missionary half-axis">
            <a:extLst>
              <a:ext uri="{FF2B5EF4-FFF2-40B4-BE49-F238E27FC236}">
                <a16:creationId xmlns:a16="http://schemas.microsoft.com/office/drawing/2014/main" id="{749BE547-8D3B-B8BE-580A-CD163B9ACD67}"/>
              </a:ext>
            </a:extLst>
          </p:cNvPr>
          <p:cNvCxnSpPr/>
          <p:nvPr/>
        </p:nvCxnSpPr>
        <p:spPr>
          <a:xfrm>
            <a:off x="6080760" y="3166750"/>
            <a:ext cx="4892040" cy="0"/>
          </a:xfrm>
          <a:prstGeom prst="line">
            <a:avLst/>
          </a:prstGeom>
          <a:ln w="30480">
            <a:solidFill>
              <a:srgbClr val="00A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Ownership axis">
            <a:extLst>
              <a:ext uri="{FF2B5EF4-FFF2-40B4-BE49-F238E27FC236}">
                <a16:creationId xmlns:a16="http://schemas.microsoft.com/office/drawing/2014/main" id="{1C8BE1D9-219C-93A6-5469-711FC386DDA8}"/>
              </a:ext>
            </a:extLst>
          </p:cNvPr>
          <p:cNvCxnSpPr/>
          <p:nvPr/>
        </p:nvCxnSpPr>
        <p:spPr>
          <a:xfrm>
            <a:off x="6080760" y="2022652"/>
            <a:ext cx="0" cy="2759476"/>
          </a:xfrm>
          <a:prstGeom prst="line">
            <a:avLst/>
          </a:prstGeom>
          <a:ln w="25400">
            <a:solidFill>
              <a:srgbClr val="008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Axis centre">
            <a:extLst>
              <a:ext uri="{FF2B5EF4-FFF2-40B4-BE49-F238E27FC236}">
                <a16:creationId xmlns:a16="http://schemas.microsoft.com/office/drawing/2014/main" id="{1C8DF55E-3664-9D7F-1FE2-6A5A1D0564B7}"/>
              </a:ext>
            </a:extLst>
          </p:cNvPr>
          <p:cNvSpPr>
            <a:spLocks/>
          </p:cNvSpPr>
          <p:nvPr/>
        </p:nvSpPr>
        <p:spPr>
          <a:xfrm>
            <a:off x="6012180" y="3120115"/>
            <a:ext cx="137160" cy="108356"/>
          </a:xfrm>
          <a:prstGeom prst="ellipse">
            <a:avLst/>
          </a:prstGeom>
          <a:solidFill>
            <a:srgbClr val="1D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latin typeface="Krona One"/>
              </a:defRPr>
            </a:pPr>
            <a:endParaRPr lang="en-US"/>
          </a:p>
        </p:txBody>
      </p:sp>
      <p:sp>
        <p:nvSpPr>
          <p:cNvPr id="8" name="Ownership top label">
            <a:extLst>
              <a:ext uri="{FF2B5EF4-FFF2-40B4-BE49-F238E27FC236}">
                <a16:creationId xmlns:a16="http://schemas.microsoft.com/office/drawing/2014/main" id="{88024924-20C1-55E5-84FF-F9E59DCC76EA}"/>
              </a:ext>
            </a:extLst>
          </p:cNvPr>
          <p:cNvSpPr txBox="1"/>
          <p:nvPr/>
        </p:nvSpPr>
        <p:spPr>
          <a:xfrm>
            <a:off x="4206240" y="1817461"/>
            <a:ext cx="3749039" cy="21671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008BEF"/>
                </a:solidFill>
                <a:latin typeface="Krona One"/>
              </a:defRPr>
            </a:pPr>
            <a:r>
              <a:rPr lang="en-US" sz="1120" b="0">
                <a:solidFill>
                  <a:srgbClr val="008BEF"/>
                </a:solidFill>
                <a:latin typeface="Krona One"/>
              </a:rPr>
              <a:t>DISCRETIONARY OWNERSHIP</a:t>
            </a:r>
          </a:p>
        </p:txBody>
      </p:sp>
      <p:sp>
        <p:nvSpPr>
          <p:cNvPr id="9" name="Compliance bottom label">
            <a:extLst>
              <a:ext uri="{FF2B5EF4-FFF2-40B4-BE49-F238E27FC236}">
                <a16:creationId xmlns:a16="http://schemas.microsoft.com/office/drawing/2014/main" id="{A8E81374-0168-AA38-46C1-A74EE9339FF8}"/>
              </a:ext>
            </a:extLst>
          </p:cNvPr>
          <p:cNvSpPr txBox="1"/>
          <p:nvPr/>
        </p:nvSpPr>
        <p:spPr>
          <a:xfrm>
            <a:off x="4206240" y="4478731"/>
            <a:ext cx="3749039" cy="21671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008BEF"/>
                </a:solidFill>
                <a:latin typeface="Krona One"/>
              </a:defRPr>
            </a:pPr>
            <a:r>
              <a:rPr lang="en-US" sz="1120" b="0">
                <a:solidFill>
                  <a:srgbClr val="008BEF"/>
                </a:solidFill>
                <a:latin typeface="Krona One"/>
              </a:rPr>
              <a:t>MINIMUM COMPLIANCE</a:t>
            </a:r>
          </a:p>
        </p:txBody>
      </p:sp>
      <p:sp>
        <p:nvSpPr>
          <p:cNvPr id="10" name="Mercenary label">
            <a:extLst>
              <a:ext uri="{FF2B5EF4-FFF2-40B4-BE49-F238E27FC236}">
                <a16:creationId xmlns:a16="http://schemas.microsoft.com/office/drawing/2014/main" id="{5BCBE2A6-B92C-3048-6EBF-233E623AD5F2}"/>
              </a:ext>
            </a:extLst>
          </p:cNvPr>
          <p:cNvSpPr txBox="1"/>
          <p:nvPr/>
        </p:nvSpPr>
        <p:spPr>
          <a:xfrm>
            <a:off x="502920" y="2818546"/>
            <a:ext cx="1874519" cy="267279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  <a:defRPr sz="1600">
                <a:latin typeface="Krona One"/>
              </a:defRPr>
            </a:pPr>
            <a:r>
              <a:rPr lang="en-US" sz="1280" b="0">
                <a:solidFill>
                  <a:srgbClr val="008BEF"/>
                </a:solidFill>
                <a:latin typeface="Krona One"/>
              </a:rPr>
              <a:t>MERCENARY</a:t>
            </a:r>
          </a:p>
        </p:txBody>
      </p:sp>
      <p:sp>
        <p:nvSpPr>
          <p:cNvPr id="11" name="Mercenary sublabel">
            <a:extLst>
              <a:ext uri="{FF2B5EF4-FFF2-40B4-BE49-F238E27FC236}">
                <a16:creationId xmlns:a16="http://schemas.microsoft.com/office/drawing/2014/main" id="{24E3E369-FFC9-6202-4A6A-0DC5E852D3AB}"/>
              </a:ext>
            </a:extLst>
          </p:cNvPr>
          <p:cNvSpPr txBox="1"/>
          <p:nvPr/>
        </p:nvSpPr>
        <p:spPr>
          <a:xfrm>
            <a:off x="502920" y="2973994"/>
            <a:ext cx="1874519" cy="180594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  <a:defRPr sz="1400">
                <a:latin typeface="Krona One"/>
              </a:defRPr>
            </a:pPr>
            <a:r>
              <a:rPr lang="en-US" sz="1120" b="0">
                <a:solidFill>
                  <a:srgbClr val="1D2842"/>
                </a:solidFill>
                <a:latin typeface="Krona One"/>
              </a:rPr>
              <a:t>reward-led</a:t>
            </a:r>
          </a:p>
        </p:txBody>
      </p:sp>
      <p:sp>
        <p:nvSpPr>
          <p:cNvPr id="12" name="Missionary label">
            <a:extLst>
              <a:ext uri="{FF2B5EF4-FFF2-40B4-BE49-F238E27FC236}">
                <a16:creationId xmlns:a16="http://schemas.microsoft.com/office/drawing/2014/main" id="{42E1B11A-7975-0E89-773A-57BE130DC377}"/>
              </a:ext>
            </a:extLst>
          </p:cNvPr>
          <p:cNvSpPr txBox="1"/>
          <p:nvPr/>
        </p:nvSpPr>
        <p:spPr>
          <a:xfrm>
            <a:off x="9875520" y="2818546"/>
            <a:ext cx="1874519" cy="267279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r">
              <a:lnSpc>
                <a:spcPct val="100000"/>
              </a:lnSpc>
              <a:defRPr sz="1600">
                <a:latin typeface="Krona One"/>
              </a:defRPr>
            </a:pPr>
            <a:r>
              <a:rPr lang="en-GB" sz="1280" b="0">
                <a:solidFill>
                  <a:srgbClr val="00AD91"/>
                </a:solidFill>
                <a:latin typeface="Krona One"/>
              </a:rPr>
              <a:t>MISSIONARY</a:t>
            </a:r>
          </a:p>
        </p:txBody>
      </p:sp>
      <p:sp>
        <p:nvSpPr>
          <p:cNvPr id="13" name="Missionary sublabel">
            <a:extLst>
              <a:ext uri="{FF2B5EF4-FFF2-40B4-BE49-F238E27FC236}">
                <a16:creationId xmlns:a16="http://schemas.microsoft.com/office/drawing/2014/main" id="{48733CB5-769B-F9E1-BA49-A1C4E9F8B3F4}"/>
              </a:ext>
            </a:extLst>
          </p:cNvPr>
          <p:cNvSpPr txBox="1">
            <a:spLocks/>
          </p:cNvSpPr>
          <p:nvPr/>
        </p:nvSpPr>
        <p:spPr>
          <a:xfrm>
            <a:off x="9875520" y="2973994"/>
            <a:ext cx="1874519" cy="180594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r">
              <a:lnSpc>
                <a:spcPct val="100000"/>
              </a:lnSpc>
              <a:defRPr sz="1400">
                <a:latin typeface="Krona One"/>
              </a:defRPr>
            </a:pPr>
            <a:r>
              <a:rPr lang="en-US" sz="1120" b="0">
                <a:solidFill>
                  <a:srgbClr val="1D2842"/>
                </a:solidFill>
                <a:latin typeface="Krona One"/>
              </a:rPr>
              <a:t>purpose-led</a:t>
            </a:r>
          </a:p>
        </p:txBody>
      </p:sp>
      <p:sp>
        <p:nvSpPr>
          <p:cNvPr id="14" name="Upper left cue">
            <a:extLst>
              <a:ext uri="{FF2B5EF4-FFF2-40B4-BE49-F238E27FC236}">
                <a16:creationId xmlns:a16="http://schemas.microsoft.com/office/drawing/2014/main" id="{A2EE2E7B-3393-AACF-AB90-19D80489317A}"/>
              </a:ext>
            </a:extLst>
          </p:cNvPr>
          <p:cNvSpPr txBox="1"/>
          <p:nvPr/>
        </p:nvSpPr>
        <p:spPr>
          <a:xfrm>
            <a:off x="1847088" y="1854768"/>
            <a:ext cx="2331720" cy="202265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008BEF"/>
                </a:solidFill>
                <a:latin typeface="Krona One"/>
              </a:defRPr>
            </a:pPr>
            <a:r>
              <a:rPr lang="en-US" sz="1000" b="0">
                <a:solidFill>
                  <a:srgbClr val="008BEF"/>
                </a:solidFill>
                <a:latin typeface="Krona One"/>
              </a:rPr>
              <a:t>EFFORT FOR REWARD</a:t>
            </a:r>
          </a:p>
        </p:txBody>
      </p:sp>
      <p:sp>
        <p:nvSpPr>
          <p:cNvPr id="15" name="Upper right cue">
            <a:extLst>
              <a:ext uri="{FF2B5EF4-FFF2-40B4-BE49-F238E27FC236}">
                <a16:creationId xmlns:a16="http://schemas.microsoft.com/office/drawing/2014/main" id="{E59154AD-958B-5EA4-0885-8769A2DD410E}"/>
              </a:ext>
            </a:extLst>
          </p:cNvPr>
          <p:cNvSpPr txBox="1"/>
          <p:nvPr/>
        </p:nvSpPr>
        <p:spPr>
          <a:xfrm>
            <a:off x="8229600" y="1854768"/>
            <a:ext cx="2606040" cy="202265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r">
              <a:lnSpc>
                <a:spcPct val="100000"/>
              </a:lnSpc>
              <a:defRPr sz="1200" b="1">
                <a:solidFill>
                  <a:srgbClr val="00AD91"/>
                </a:solidFill>
                <a:latin typeface="Krona One"/>
              </a:defRPr>
            </a:pPr>
            <a:r>
              <a:rPr lang="en-GB" sz="1000" b="0">
                <a:solidFill>
                  <a:srgbClr val="00AD91"/>
                </a:solidFill>
                <a:latin typeface="Krona One"/>
              </a:rPr>
              <a:t>EFFORT FOR IMPACT</a:t>
            </a:r>
          </a:p>
        </p:txBody>
      </p:sp>
      <p:sp>
        <p:nvSpPr>
          <p:cNvPr id="16" name="Lower left cue">
            <a:extLst>
              <a:ext uri="{FF2B5EF4-FFF2-40B4-BE49-F238E27FC236}">
                <a16:creationId xmlns:a16="http://schemas.microsoft.com/office/drawing/2014/main" id="{BB312582-3B9E-1587-DE2F-EAAB73C56901}"/>
              </a:ext>
            </a:extLst>
          </p:cNvPr>
          <p:cNvSpPr txBox="1"/>
          <p:nvPr/>
        </p:nvSpPr>
        <p:spPr>
          <a:xfrm>
            <a:off x="1847088" y="4198924"/>
            <a:ext cx="2194560" cy="202265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1D2842"/>
                </a:solidFill>
                <a:latin typeface="Krona One"/>
              </a:defRPr>
            </a:pPr>
            <a:r>
              <a:rPr lang="en-GB" sz="1000" b="0">
                <a:solidFill>
                  <a:srgbClr val="1D2842"/>
                </a:solidFill>
                <a:latin typeface="Krona One"/>
              </a:rPr>
              <a:t>BARE MINIMUM</a:t>
            </a:r>
          </a:p>
        </p:txBody>
      </p:sp>
      <p:sp>
        <p:nvSpPr>
          <p:cNvPr id="17" name="Lower right cue">
            <a:extLst>
              <a:ext uri="{FF2B5EF4-FFF2-40B4-BE49-F238E27FC236}">
                <a16:creationId xmlns:a16="http://schemas.microsoft.com/office/drawing/2014/main" id="{D7700D56-2192-F226-5A02-944FBB777D63}"/>
              </a:ext>
            </a:extLst>
          </p:cNvPr>
          <p:cNvSpPr txBox="1"/>
          <p:nvPr/>
        </p:nvSpPr>
        <p:spPr>
          <a:xfrm>
            <a:off x="7973568" y="4198924"/>
            <a:ext cx="2862072" cy="202265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r">
              <a:lnSpc>
                <a:spcPct val="100000"/>
              </a:lnSpc>
              <a:defRPr sz="1200" b="1">
                <a:solidFill>
                  <a:srgbClr val="1D2842"/>
                </a:solidFill>
                <a:latin typeface="Krona One"/>
              </a:defRPr>
            </a:pPr>
            <a:r>
              <a:rPr lang="en-GB" sz="1000" b="0">
                <a:solidFill>
                  <a:srgbClr val="1D2842"/>
                </a:solidFill>
                <a:latin typeface="Krona One"/>
              </a:rPr>
              <a:t>BELIEF, BUT CONSTRAINED</a:t>
            </a:r>
          </a:p>
        </p:txBody>
      </p:sp>
      <p:sp>
        <p:nvSpPr>
          <p:cNvPr id="18" name="Situation dot: Bonus or promotion">
            <a:extLst>
              <a:ext uri="{FF2B5EF4-FFF2-40B4-BE49-F238E27FC236}">
                <a16:creationId xmlns:a16="http://schemas.microsoft.com/office/drawing/2014/main" id="{FAF30EBF-EEAB-FDAF-10C9-70FF10705D32}"/>
              </a:ext>
            </a:extLst>
          </p:cNvPr>
          <p:cNvSpPr>
            <a:spLocks/>
          </p:cNvSpPr>
          <p:nvPr/>
        </p:nvSpPr>
        <p:spPr>
          <a:xfrm>
            <a:off x="3044952" y="2165664"/>
            <a:ext cx="219456" cy="173370"/>
          </a:xfrm>
          <a:prstGeom prst="ellipse">
            <a:avLst/>
          </a:prstGeom>
          <a:solidFill>
            <a:srgbClr val="008BE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latin typeface="Krona One"/>
              </a:defRPr>
            </a:pPr>
            <a:endParaRPr lang="en-US"/>
          </a:p>
        </p:txBody>
      </p:sp>
      <p:sp>
        <p:nvSpPr>
          <p:cNvPr id="19" name="Situation label: Bonus or promotion">
            <a:extLst>
              <a:ext uri="{FF2B5EF4-FFF2-40B4-BE49-F238E27FC236}">
                <a16:creationId xmlns:a16="http://schemas.microsoft.com/office/drawing/2014/main" id="{9C559228-AA9A-ED23-CA02-9A24AD3E39CB}"/>
              </a:ext>
            </a:extLst>
          </p:cNvPr>
          <p:cNvSpPr txBox="1"/>
          <p:nvPr/>
        </p:nvSpPr>
        <p:spPr>
          <a:xfrm>
            <a:off x="1847088" y="2370856"/>
            <a:ext cx="2468880" cy="303397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1D2842"/>
                </a:solidFill>
                <a:latin typeface="Krona One"/>
              </a:defRPr>
            </a:pPr>
            <a:r>
              <a:rPr lang="en-US" sz="1120" b="0">
                <a:solidFill>
                  <a:srgbClr val="1D2842"/>
                </a:solidFill>
                <a:latin typeface="Krona One"/>
              </a:rPr>
              <a:t>Bonus or promotion</a:t>
            </a:r>
          </a:p>
        </p:txBody>
      </p:sp>
      <p:sp>
        <p:nvSpPr>
          <p:cNvPr id="20" name="Situation dot: Boss's vanity project">
            <a:extLst>
              <a:ext uri="{FF2B5EF4-FFF2-40B4-BE49-F238E27FC236}">
                <a16:creationId xmlns:a16="http://schemas.microsoft.com/office/drawing/2014/main" id="{600B7894-4259-7A86-DCBD-4C94DEEC18DF}"/>
              </a:ext>
            </a:extLst>
          </p:cNvPr>
          <p:cNvSpPr>
            <a:spLocks/>
          </p:cNvSpPr>
          <p:nvPr/>
        </p:nvSpPr>
        <p:spPr>
          <a:xfrm>
            <a:off x="3749039" y="3701491"/>
            <a:ext cx="219456" cy="173370"/>
          </a:xfrm>
          <a:prstGeom prst="ellipse">
            <a:avLst/>
          </a:prstGeom>
          <a:solidFill>
            <a:srgbClr val="008BE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latin typeface="Krona One"/>
              </a:defRPr>
            </a:pPr>
            <a:endParaRPr lang="en-US"/>
          </a:p>
        </p:txBody>
      </p:sp>
      <p:sp>
        <p:nvSpPr>
          <p:cNvPr id="21" name="Situation label: Boss's vanity project">
            <a:extLst>
              <a:ext uri="{FF2B5EF4-FFF2-40B4-BE49-F238E27FC236}">
                <a16:creationId xmlns:a16="http://schemas.microsoft.com/office/drawing/2014/main" id="{AF8968C1-08CF-CDDF-9247-7054B6043F6B}"/>
              </a:ext>
            </a:extLst>
          </p:cNvPr>
          <p:cNvSpPr txBox="1"/>
          <p:nvPr/>
        </p:nvSpPr>
        <p:spPr>
          <a:xfrm>
            <a:off x="2331720" y="3645240"/>
            <a:ext cx="1325880" cy="346740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r">
              <a:lnSpc>
                <a:spcPct val="100000"/>
              </a:lnSpc>
              <a:defRPr sz="1400" b="1">
                <a:solidFill>
                  <a:srgbClr val="1D2842"/>
                </a:solidFill>
                <a:latin typeface="Krona One"/>
              </a:defRPr>
            </a:pPr>
            <a:r>
              <a:rPr lang="en-US" sz="1120" b="0">
                <a:solidFill>
                  <a:srgbClr val="1D2842"/>
                </a:solidFill>
                <a:latin typeface="Krona One"/>
              </a:rPr>
              <a:t>Boss's vanity project</a:t>
            </a:r>
          </a:p>
        </p:txBody>
      </p:sp>
      <p:sp>
        <p:nvSpPr>
          <p:cNvPr id="22" name="Situation dot: Protect the client">
            <a:extLst>
              <a:ext uri="{FF2B5EF4-FFF2-40B4-BE49-F238E27FC236}">
                <a16:creationId xmlns:a16="http://schemas.microsoft.com/office/drawing/2014/main" id="{D8A34821-9494-EFE4-D18E-705A7E176F1B}"/>
              </a:ext>
            </a:extLst>
          </p:cNvPr>
          <p:cNvSpPr>
            <a:spLocks/>
          </p:cNvSpPr>
          <p:nvPr/>
        </p:nvSpPr>
        <p:spPr>
          <a:xfrm>
            <a:off x="6793992" y="2395728"/>
            <a:ext cx="219456" cy="173370"/>
          </a:xfrm>
          <a:prstGeom prst="ellipse">
            <a:avLst/>
          </a:prstGeom>
          <a:solidFill>
            <a:srgbClr val="008BE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latin typeface="Krona One"/>
              </a:defRPr>
            </a:pPr>
            <a:endParaRPr lang="en-US"/>
          </a:p>
        </p:txBody>
      </p:sp>
      <p:sp>
        <p:nvSpPr>
          <p:cNvPr id="23" name="Situation label: Protect the client">
            <a:extLst>
              <a:ext uri="{FF2B5EF4-FFF2-40B4-BE49-F238E27FC236}">
                <a16:creationId xmlns:a16="http://schemas.microsoft.com/office/drawing/2014/main" id="{F11071B3-2A15-0283-0B9E-BC0F71DE70FA}"/>
              </a:ext>
            </a:extLst>
          </p:cNvPr>
          <p:cNvSpPr txBox="1"/>
          <p:nvPr/>
        </p:nvSpPr>
        <p:spPr>
          <a:xfrm>
            <a:off x="7114032" y="2476560"/>
            <a:ext cx="2011680" cy="303397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1D2842"/>
                </a:solidFill>
                <a:latin typeface="Krona One"/>
              </a:defRPr>
            </a:pPr>
            <a:r>
              <a:rPr lang="en-US" sz="1120" b="0">
                <a:solidFill>
                  <a:srgbClr val="1D2842"/>
                </a:solidFill>
                <a:latin typeface="Krona One"/>
              </a:rPr>
              <a:t>Protect the client</a:t>
            </a:r>
          </a:p>
        </p:txBody>
      </p:sp>
      <p:sp>
        <p:nvSpPr>
          <p:cNvPr id="24" name="Situation dot: Outcome aligns with values">
            <a:extLst>
              <a:ext uri="{FF2B5EF4-FFF2-40B4-BE49-F238E27FC236}">
                <a16:creationId xmlns:a16="http://schemas.microsoft.com/office/drawing/2014/main" id="{64BB8356-B6B7-E0DD-7D1D-75AFC3E3C9DD}"/>
              </a:ext>
            </a:extLst>
          </p:cNvPr>
          <p:cNvSpPr>
            <a:spLocks/>
          </p:cNvSpPr>
          <p:nvPr/>
        </p:nvSpPr>
        <p:spPr>
          <a:xfrm>
            <a:off x="8650224" y="2059960"/>
            <a:ext cx="219456" cy="173370"/>
          </a:xfrm>
          <a:prstGeom prst="ellipse">
            <a:avLst/>
          </a:prstGeom>
          <a:solidFill>
            <a:srgbClr val="008BE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latin typeface="Krona One"/>
              </a:defRPr>
            </a:pPr>
            <a:endParaRPr lang="en-US"/>
          </a:p>
        </p:txBody>
      </p:sp>
      <p:sp>
        <p:nvSpPr>
          <p:cNvPr id="25" name="Situation label: Outcome aligns with values">
            <a:extLst>
              <a:ext uri="{FF2B5EF4-FFF2-40B4-BE49-F238E27FC236}">
                <a16:creationId xmlns:a16="http://schemas.microsoft.com/office/drawing/2014/main" id="{74ABF0A1-B985-9387-E5BE-BBD9C39D5DD4}"/>
              </a:ext>
            </a:extLst>
          </p:cNvPr>
          <p:cNvSpPr txBox="1"/>
          <p:nvPr/>
        </p:nvSpPr>
        <p:spPr>
          <a:xfrm>
            <a:off x="8906256" y="2258933"/>
            <a:ext cx="2286000" cy="433425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1D2842"/>
                </a:solidFill>
                <a:latin typeface="Krona One"/>
              </a:defRPr>
            </a:pPr>
            <a:r>
              <a:rPr lang="en-US" sz="1120" b="0">
                <a:solidFill>
                  <a:srgbClr val="1D2842"/>
                </a:solidFill>
                <a:latin typeface="Krona One"/>
              </a:rPr>
              <a:t>Outcome aligns with values</a:t>
            </a:r>
          </a:p>
        </p:txBody>
      </p:sp>
      <p:sp>
        <p:nvSpPr>
          <p:cNvPr id="26" name="Situation dot: Purpose clear, autonomy low">
            <a:extLst>
              <a:ext uri="{FF2B5EF4-FFF2-40B4-BE49-F238E27FC236}">
                <a16:creationId xmlns:a16="http://schemas.microsoft.com/office/drawing/2014/main" id="{45EB09D5-ED13-4855-2061-42B7F6AB3CE2}"/>
              </a:ext>
            </a:extLst>
          </p:cNvPr>
          <p:cNvSpPr>
            <a:spLocks/>
          </p:cNvSpPr>
          <p:nvPr/>
        </p:nvSpPr>
        <p:spPr>
          <a:xfrm>
            <a:off x="7918704" y="3639312"/>
            <a:ext cx="219456" cy="173370"/>
          </a:xfrm>
          <a:prstGeom prst="ellipse">
            <a:avLst/>
          </a:prstGeom>
          <a:solidFill>
            <a:srgbClr val="008BE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latin typeface="Krona One"/>
              </a:defRPr>
            </a:pPr>
            <a:endParaRPr lang="en-US"/>
          </a:p>
        </p:txBody>
      </p:sp>
      <p:sp>
        <p:nvSpPr>
          <p:cNvPr id="27" name="Situation label: Purpose clear, autonomy low">
            <a:extLst>
              <a:ext uri="{FF2B5EF4-FFF2-40B4-BE49-F238E27FC236}">
                <a16:creationId xmlns:a16="http://schemas.microsoft.com/office/drawing/2014/main" id="{0A96C7CF-A547-C912-EF5D-D7979BDFF07E}"/>
              </a:ext>
            </a:extLst>
          </p:cNvPr>
          <p:cNvSpPr txBox="1"/>
          <p:nvPr/>
        </p:nvSpPr>
        <p:spPr>
          <a:xfrm>
            <a:off x="8211312" y="3723078"/>
            <a:ext cx="2331720" cy="346740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1D2842"/>
                </a:solidFill>
                <a:latin typeface="Krona One"/>
              </a:defRPr>
            </a:pPr>
            <a:r>
              <a:rPr lang="en-US" sz="1120" b="0">
                <a:solidFill>
                  <a:srgbClr val="1D2842"/>
                </a:solidFill>
                <a:latin typeface="Krona One"/>
              </a:rPr>
              <a:t>Purpose clear, autonomy low</a:t>
            </a:r>
          </a:p>
        </p:txBody>
      </p:sp>
      <p:sp>
        <p:nvSpPr>
          <p:cNvPr id="28" name="Takeaway">
            <a:extLst>
              <a:ext uri="{FF2B5EF4-FFF2-40B4-BE49-F238E27FC236}">
                <a16:creationId xmlns:a16="http://schemas.microsoft.com/office/drawing/2014/main" id="{B3D8F7C5-A840-569F-FD23-543DA10A97C7}"/>
              </a:ext>
            </a:extLst>
          </p:cNvPr>
          <p:cNvSpPr txBox="1"/>
          <p:nvPr/>
        </p:nvSpPr>
        <p:spPr>
          <a:xfrm>
            <a:off x="1280160" y="4820716"/>
            <a:ext cx="9601200" cy="397306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>
              <a:lnSpc>
                <a:spcPct val="100000"/>
              </a:lnSpc>
              <a:defRPr sz="1700" b="1">
                <a:solidFill>
                  <a:srgbClr val="1D2842"/>
                </a:solidFill>
                <a:latin typeface="Krona One"/>
              </a:defRPr>
            </a:pPr>
            <a:r>
              <a:rPr lang="en-GB" sz="1360" b="0">
                <a:solidFill>
                  <a:srgbClr val="1D2842"/>
                </a:solidFill>
                <a:latin typeface="Krona One"/>
              </a:rPr>
              <a:t>The same consultant can move around the map as purpose, autonomy and incentives change.</a:t>
            </a:r>
          </a:p>
        </p:txBody>
      </p:sp>
      <p:sp>
        <p:nvSpPr>
          <p:cNvPr id="29" name="object 3"/>
          <p:cNvSpPr txBox="1"/>
          <p:nvPr/>
        </p:nvSpPr>
        <p:spPr>
          <a:xfrm>
            <a:off x="8750808" y="548640"/>
            <a:ext cx="1965960" cy="384048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>
              <a:defRPr sz="950">
                <a:solidFill>
                  <a:srgbClr val="008BEF"/>
                </a:solidFill>
                <a:latin typeface="Krona One"/>
              </a:defRPr>
            </a:pPr>
            <a:r>
              <a:rPr sz="950" b="0">
                <a:solidFill>
                  <a:srgbClr val="008BEF"/>
                </a:solidFill>
                <a:latin typeface="Krona One"/>
              </a:rPr>
              <a:t>SOUTH COAST</a:t>
            </a:r>
          </a:p>
          <a:p>
            <a:pPr>
              <a:defRPr sz="950">
                <a:solidFill>
                  <a:srgbClr val="008BEF"/>
                </a:solidFill>
                <a:latin typeface="Krona One"/>
              </a:defRPr>
            </a:pPr>
            <a:r>
              <a:rPr sz="950" b="0">
                <a:solidFill>
                  <a:srgbClr val="008BEF"/>
                </a:solidFill>
                <a:latin typeface="Krona One"/>
              </a:rPr>
              <a:t>USER GROUP</a:t>
            </a:r>
          </a:p>
        </p:txBody>
      </p:sp>
      <p:sp>
        <p:nvSpPr>
          <p:cNvPr id="30" name="object 4"/>
          <p:cNvSpPr txBox="1"/>
          <p:nvPr/>
        </p:nvSpPr>
        <p:spPr>
          <a:xfrm>
            <a:off x="8750808" y="969264"/>
            <a:ext cx="1965960" cy="210312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marR="5080" indent="166370" algn="l">
              <a:lnSpc>
                <a:spcPct val="100000"/>
              </a:lnSpc>
              <a:spcBef>
                <a:spcPts val="100"/>
              </a:spcBef>
              <a:defRPr sz="850">
                <a:solidFill>
                  <a:srgbClr val="1D2842"/>
                </a:solidFill>
                <a:latin typeface="Krona One"/>
              </a:defRPr>
            </a:pPr>
            <a:r>
              <a:rPr lang="en-GB" sz="850" b="0">
                <a:solidFill>
                  <a:srgbClr val="1D2842"/>
                </a:solidFill>
                <a:latin typeface="Krona One"/>
                <a:cs typeface="Krona One"/>
              </a:rPr>
              <a:t>23</a:t>
            </a:r>
            <a:r>
              <a:rPr lang="en-GB" sz="850" b="0" baseline="30000">
                <a:solidFill>
                  <a:srgbClr val="1D2842"/>
                </a:solidFill>
                <a:latin typeface="Krona One"/>
                <a:cs typeface="Krona One"/>
              </a:rPr>
              <a:t>RD</a:t>
            </a:r>
            <a:r>
              <a:rPr lang="en-GB" sz="850" b="0">
                <a:solidFill>
                  <a:srgbClr val="1D2842"/>
                </a:solidFill>
                <a:latin typeface="Krona One"/>
                <a:cs typeface="Krona One"/>
              </a:rPr>
              <a:t> OCTOBER 2026</a:t>
            </a:r>
            <a:endParaRPr sz="1300">
              <a:latin typeface="Krona One"/>
              <a:cs typeface="Krona One"/>
            </a:endParaRPr>
          </a:p>
        </p:txBody>
      </p:sp>
      <p:pic>
        <p:nvPicPr>
          <p:cNvPr id="31" name="Picture 25" descr="Meetup - Wikipedia">
            <a:extLst>
              <a:ext uri="{FF2B5EF4-FFF2-40B4-BE49-F238E27FC236}">
                <a16:creationId xmlns:a16="http://schemas.microsoft.com/office/drawing/2014/main" id="{1F875E31-D75C-D4D6-7D46-70E072C46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320150"/>
            <a:ext cx="933329" cy="89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0740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C6C81-71D2-05FC-89DE-CE45A4C4C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608" y="502920"/>
            <a:ext cx="8046720" cy="941832"/>
          </a:xfr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1BDBB0"/>
                </a:solidFill>
                <a:latin typeface="Krona One"/>
              </a:defRPr>
            </a:pPr>
            <a:r>
              <a:rPr lang="en-US" sz="3600" b="0">
                <a:solidFill>
                  <a:srgbClr val="1BDBB0"/>
                </a:solidFill>
                <a:latin typeface="Krona One"/>
              </a:rPr>
              <a:t>Elastic Leadership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731520" y="1463040"/>
            <a:ext cx="10607040" cy="30339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>
                <a:solidFill>
                  <a:srgbClr val="1D2842"/>
                </a:solidFill>
                <a:latin typeface="Krona One"/>
              </a:defRPr>
            </a:pPr>
            <a:r>
              <a:rPr lang="en-GB" sz="1360" b="0" i="0">
                <a:solidFill>
                  <a:srgbClr val="1D2842"/>
                </a:solidFill>
                <a:latin typeface="Krona One"/>
              </a:rPr>
              <a:t>Leadership style changes as team capability grows.</a:t>
            </a:r>
          </a:p>
        </p:txBody>
      </p:sp>
      <p:sp>
        <p:nvSpPr>
          <p:cNvPr id="4" name="Progression rule"/>
          <p:cNvSpPr/>
          <p:nvPr/>
        </p:nvSpPr>
        <p:spPr>
          <a:xfrm>
            <a:off x="1691640" y="2719059"/>
            <a:ext cx="8823960" cy="32506"/>
          </a:xfrm>
          <a:prstGeom prst="rect">
            <a:avLst/>
          </a:prstGeom>
          <a:solidFill>
            <a:srgbClr val="D7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latin typeface="Krona One"/>
              </a:defRPr>
            </a:pPr>
            <a:endParaRPr lang="en-GB"/>
          </a:p>
        </p:txBody>
      </p:sp>
      <p:sp>
        <p:nvSpPr>
          <p:cNvPr id="5" name="Oval 4"/>
          <p:cNvSpPr/>
          <p:nvPr/>
        </p:nvSpPr>
        <p:spPr>
          <a:xfrm>
            <a:off x="1700784" y="2582265"/>
            <a:ext cx="438912" cy="346740"/>
          </a:xfrm>
          <a:prstGeom prst="ellipse">
            <a:avLst/>
          </a:prstGeom>
          <a:solidFill>
            <a:srgbClr val="008BE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defRPr>
                <a:latin typeface="Krona One"/>
              </a:defRPr>
            </a:pPr>
            <a:r>
              <a:rPr lang="en-GB" sz="1000" b="0">
                <a:solidFill>
                  <a:srgbClr val="FFFFFF"/>
                </a:solidFill>
                <a:latin typeface="Krona One"/>
              </a:rPr>
              <a:t>1</a:t>
            </a:r>
          </a:p>
        </p:txBody>
      </p:sp>
      <p:sp>
        <p:nvSpPr>
          <p:cNvPr id="6" name="SURVIVAL MODE label"/>
          <p:cNvSpPr txBox="1"/>
          <p:nvPr/>
        </p:nvSpPr>
        <p:spPr>
          <a:xfrm>
            <a:off x="594360" y="2072396"/>
            <a:ext cx="2651760" cy="30339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>
                <a:latin typeface="Krona One"/>
              </a:defRPr>
            </a:pPr>
            <a:r>
              <a:rPr lang="en-GB" sz="1520" b="0" i="0">
                <a:solidFill>
                  <a:srgbClr val="008BEF"/>
                </a:solidFill>
                <a:latin typeface="Krona One"/>
              </a:rPr>
              <a:t>SURVIVAL MODE</a:t>
            </a:r>
          </a:p>
        </p:txBody>
      </p:sp>
      <p:sp>
        <p:nvSpPr>
          <p:cNvPr id="7" name="Command style role"/>
          <p:cNvSpPr txBox="1"/>
          <p:nvPr/>
        </p:nvSpPr>
        <p:spPr>
          <a:xfrm>
            <a:off x="594360" y="3145536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>
                <a:solidFill>
                  <a:srgbClr val="008BEF"/>
                </a:solidFill>
                <a:latin typeface="Krona One"/>
              </a:defRPr>
            </a:pPr>
            <a:r>
              <a:rPr lang="en-GB" sz="1900" b="0" i="0">
                <a:solidFill>
                  <a:srgbClr val="008BEF"/>
                </a:solidFill>
                <a:latin typeface="Krona One"/>
              </a:rPr>
              <a:t>Command style</a:t>
            </a:r>
          </a:p>
        </p:txBody>
      </p:sp>
      <p:sp>
        <p:nvSpPr>
          <p:cNvPr id="8" name="Oval 7"/>
          <p:cNvSpPr/>
          <p:nvPr/>
        </p:nvSpPr>
        <p:spPr>
          <a:xfrm>
            <a:off x="5879592" y="2582265"/>
            <a:ext cx="438912" cy="346740"/>
          </a:xfrm>
          <a:prstGeom prst="ellipse">
            <a:avLst/>
          </a:prstGeom>
          <a:solidFill>
            <a:srgbClr val="008BE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defRPr>
                <a:latin typeface="Krona One"/>
              </a:defRPr>
            </a:pPr>
            <a:r>
              <a:rPr lang="en-GB" sz="1000" b="0">
                <a:solidFill>
                  <a:srgbClr val="FFFFFF"/>
                </a:solidFill>
                <a:latin typeface="Krona One"/>
              </a:rPr>
              <a:t>2</a:t>
            </a:r>
          </a:p>
        </p:txBody>
      </p:sp>
      <p:sp>
        <p:nvSpPr>
          <p:cNvPr id="9" name="LEARNING MODE label"/>
          <p:cNvSpPr txBox="1"/>
          <p:nvPr/>
        </p:nvSpPr>
        <p:spPr>
          <a:xfrm>
            <a:off x="4773168" y="2072396"/>
            <a:ext cx="2651760" cy="30339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>
                <a:latin typeface="Krona One"/>
              </a:defRPr>
            </a:pPr>
            <a:r>
              <a:rPr lang="en-GB" sz="1520" b="0" i="0">
                <a:solidFill>
                  <a:srgbClr val="008BEF"/>
                </a:solidFill>
                <a:latin typeface="Krona One"/>
              </a:rPr>
              <a:t>LEARNING MODE</a:t>
            </a:r>
          </a:p>
        </p:txBody>
      </p:sp>
      <p:sp>
        <p:nvSpPr>
          <p:cNvPr id="10" name="Coach role"/>
          <p:cNvSpPr txBox="1"/>
          <p:nvPr/>
        </p:nvSpPr>
        <p:spPr>
          <a:xfrm>
            <a:off x="4773168" y="3141878"/>
            <a:ext cx="2651760" cy="433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>
                <a:latin typeface="Krona One"/>
              </a:defRPr>
            </a:pPr>
            <a:r>
              <a:rPr lang="en-GB" sz="2080" b="0" i="0">
                <a:solidFill>
                  <a:srgbClr val="008BEF"/>
                </a:solidFill>
                <a:latin typeface="Krona One"/>
              </a:rPr>
              <a:t>Coach</a:t>
            </a:r>
          </a:p>
        </p:txBody>
      </p:sp>
      <p:sp>
        <p:nvSpPr>
          <p:cNvPr id="11" name="Oval 10"/>
          <p:cNvSpPr/>
          <p:nvPr/>
        </p:nvSpPr>
        <p:spPr>
          <a:xfrm>
            <a:off x="10021824" y="2582265"/>
            <a:ext cx="438912" cy="346740"/>
          </a:xfrm>
          <a:prstGeom prst="ellipse">
            <a:avLst/>
          </a:prstGeom>
          <a:solidFill>
            <a:srgbClr val="00AD91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defRPr>
                <a:latin typeface="Krona One"/>
              </a:defRPr>
            </a:pPr>
            <a:r>
              <a:rPr lang="en-GB" sz="1000" b="0">
                <a:solidFill>
                  <a:srgbClr val="FFFFFF"/>
                </a:solidFill>
                <a:latin typeface="Krona One"/>
              </a:rPr>
              <a:t>3</a:t>
            </a:r>
          </a:p>
        </p:txBody>
      </p:sp>
      <p:sp>
        <p:nvSpPr>
          <p:cNvPr id="12" name="SELF-ORGANIZING label"/>
          <p:cNvSpPr txBox="1"/>
          <p:nvPr/>
        </p:nvSpPr>
        <p:spPr>
          <a:xfrm>
            <a:off x="8915400" y="2072396"/>
            <a:ext cx="2651760" cy="30339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>
                <a:latin typeface="Krona One"/>
              </a:defRPr>
            </a:pPr>
            <a:r>
              <a:rPr lang="en-GB" sz="1520" b="0" i="0">
                <a:solidFill>
                  <a:srgbClr val="00AD91"/>
                </a:solidFill>
                <a:latin typeface="Krona One"/>
              </a:rPr>
              <a:t>SELF-ORGANIZING</a:t>
            </a:r>
          </a:p>
        </p:txBody>
      </p:sp>
      <p:sp>
        <p:nvSpPr>
          <p:cNvPr id="13" name="Facilitator role"/>
          <p:cNvSpPr txBox="1"/>
          <p:nvPr/>
        </p:nvSpPr>
        <p:spPr>
          <a:xfrm>
            <a:off x="8915400" y="3141878"/>
            <a:ext cx="2651760" cy="433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>
                <a:latin typeface="Krona One"/>
              </a:defRPr>
            </a:pPr>
            <a:r>
              <a:rPr lang="en-GB" sz="2080" b="0" i="0">
                <a:solidFill>
                  <a:srgbClr val="00AD91"/>
                </a:solidFill>
                <a:latin typeface="Krona One"/>
              </a:rPr>
              <a:t>Facilitator</a:t>
            </a:r>
          </a:p>
        </p:txBody>
      </p:sp>
      <p:sp>
        <p:nvSpPr>
          <p:cNvPr id="14" name="Progression takeaway"/>
          <p:cNvSpPr txBox="1"/>
          <p:nvPr/>
        </p:nvSpPr>
        <p:spPr>
          <a:xfrm>
            <a:off x="1371600" y="4043476"/>
            <a:ext cx="9445752" cy="433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D2842"/>
                </a:solidFill>
                <a:latin typeface="Krona One"/>
              </a:defRPr>
            </a:pPr>
            <a:r>
              <a:rPr lang="en-GB" sz="1839" b="0" i="0">
                <a:solidFill>
                  <a:srgbClr val="1D2842"/>
                </a:solidFill>
                <a:latin typeface="Krona One"/>
              </a:rPr>
              <a:t>Control gives way to coaching, then facilitation.</a:t>
            </a:r>
          </a:p>
        </p:txBody>
      </p:sp>
      <p:sp>
        <p:nvSpPr>
          <p:cNvPr id="15" name="Elastic Leadership source"/>
          <p:cNvSpPr txBox="1"/>
          <p:nvPr/>
        </p:nvSpPr>
        <p:spPr>
          <a:xfrm>
            <a:off x="731520" y="5321808"/>
            <a:ext cx="1069848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>
                <a:solidFill>
                  <a:srgbClr val="1D2842"/>
                </a:solidFill>
                <a:latin typeface="Krona One"/>
              </a:defRPr>
            </a:pPr>
            <a:r>
              <a:rPr lang="en-GB" sz="800" b="0" i="1">
                <a:solidFill>
                  <a:srgbClr val="1D2842"/>
                </a:solidFill>
                <a:latin typeface="Krona One"/>
              </a:rPr>
              <a:t>Source: Roy Osherove, Elastic Leadership: Growing Self-Organizing Teams</a:t>
            </a:r>
          </a:p>
        </p:txBody>
      </p:sp>
      <p:sp>
        <p:nvSpPr>
          <p:cNvPr id="16" name="object 3"/>
          <p:cNvSpPr txBox="1"/>
          <p:nvPr/>
        </p:nvSpPr>
        <p:spPr>
          <a:xfrm>
            <a:off x="8750808" y="548640"/>
            <a:ext cx="1965960" cy="384048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>
              <a:defRPr sz="950">
                <a:solidFill>
                  <a:srgbClr val="008BEF"/>
                </a:solidFill>
                <a:latin typeface="Krona One"/>
              </a:defRPr>
            </a:pPr>
            <a:r>
              <a:rPr sz="950" b="0">
                <a:solidFill>
                  <a:srgbClr val="008BEF"/>
                </a:solidFill>
                <a:latin typeface="Krona One"/>
              </a:rPr>
              <a:t>SOUTH COAST</a:t>
            </a:r>
          </a:p>
          <a:p>
            <a:pPr>
              <a:defRPr sz="950">
                <a:solidFill>
                  <a:srgbClr val="008BEF"/>
                </a:solidFill>
                <a:latin typeface="Krona One"/>
              </a:defRPr>
            </a:pPr>
            <a:r>
              <a:rPr sz="950" b="0">
                <a:solidFill>
                  <a:srgbClr val="008BEF"/>
                </a:solidFill>
                <a:latin typeface="Krona One"/>
              </a:rPr>
              <a:t>USER GROUP</a:t>
            </a:r>
          </a:p>
        </p:txBody>
      </p:sp>
      <p:sp>
        <p:nvSpPr>
          <p:cNvPr id="17" name="object 4"/>
          <p:cNvSpPr txBox="1"/>
          <p:nvPr/>
        </p:nvSpPr>
        <p:spPr>
          <a:xfrm>
            <a:off x="8750808" y="969264"/>
            <a:ext cx="1965960" cy="210312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marR="5080" indent="166370" algn="l">
              <a:lnSpc>
                <a:spcPct val="100000"/>
              </a:lnSpc>
              <a:spcBef>
                <a:spcPts val="100"/>
              </a:spcBef>
              <a:defRPr sz="850">
                <a:solidFill>
                  <a:srgbClr val="1D2842"/>
                </a:solidFill>
                <a:latin typeface="Krona One"/>
              </a:defRPr>
            </a:pPr>
            <a:r>
              <a:rPr lang="en-GB" sz="850" b="0">
                <a:solidFill>
                  <a:srgbClr val="1D2842"/>
                </a:solidFill>
                <a:latin typeface="Krona One"/>
                <a:cs typeface="Krona One"/>
              </a:rPr>
              <a:t>23</a:t>
            </a:r>
            <a:r>
              <a:rPr lang="en-GB" sz="850" b="0" baseline="30000">
                <a:solidFill>
                  <a:srgbClr val="1D2842"/>
                </a:solidFill>
                <a:latin typeface="Krona One"/>
                <a:cs typeface="Krona One"/>
              </a:rPr>
              <a:t>RD</a:t>
            </a:r>
            <a:r>
              <a:rPr lang="en-GB" sz="850" b="0">
                <a:solidFill>
                  <a:srgbClr val="1D2842"/>
                </a:solidFill>
                <a:latin typeface="Krona One"/>
                <a:cs typeface="Krona One"/>
              </a:rPr>
              <a:t> OCTOBER 2026</a:t>
            </a:r>
            <a:endParaRPr sz="1300">
              <a:latin typeface="Krona One"/>
              <a:cs typeface="Krona One"/>
            </a:endParaRPr>
          </a:p>
        </p:txBody>
      </p:sp>
      <p:pic>
        <p:nvPicPr>
          <p:cNvPr id="18" name="Picture 25" descr="Meetup - Wikipedia">
            <a:extLst>
              <a:ext uri="{FF2B5EF4-FFF2-40B4-BE49-F238E27FC236}">
                <a16:creationId xmlns:a16="http://schemas.microsoft.com/office/drawing/2014/main" id="{1F875E31-D75C-D4D6-7D46-70E072C46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320150"/>
            <a:ext cx="933329" cy="89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8289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1185B-0347-2CC4-78CC-9166D5D18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608" y="502920"/>
            <a:ext cx="8046720" cy="941832"/>
          </a:xfr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BDBB0"/>
                </a:solidFill>
                <a:latin typeface="Krona One"/>
              </a:defRPr>
            </a:pPr>
            <a:r>
              <a:rPr lang="en-GB" sz="2500" b="0">
                <a:solidFill>
                  <a:srgbClr val="1BDBB0"/>
                </a:solidFill>
                <a:latin typeface="Krona One"/>
              </a:rPr>
              <a:t>Self-organization is built in stages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731520" y="1463040"/>
            <a:ext cx="10607040" cy="30339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>
                <a:solidFill>
                  <a:srgbClr val="1D2842"/>
                </a:solidFill>
                <a:latin typeface="Krona One"/>
              </a:defRPr>
            </a:pPr>
            <a:r>
              <a:rPr lang="en-GB" sz="1360" b="0" i="0">
                <a:solidFill>
                  <a:srgbClr val="1D2842"/>
                </a:solidFill>
                <a:latin typeface="Krona One"/>
              </a:rPr>
              <a:t>Stabilize the system first; then distribute decisions and build capability.</a:t>
            </a:r>
          </a:p>
        </p:txBody>
      </p:sp>
      <p:sp>
        <p:nvSpPr>
          <p:cNvPr id="4" name="Stage tracker rule"/>
          <p:cNvSpPr/>
          <p:nvPr/>
        </p:nvSpPr>
        <p:spPr>
          <a:xfrm>
            <a:off x="1847088" y="1892076"/>
            <a:ext cx="8458200" cy="25283"/>
          </a:xfrm>
          <a:prstGeom prst="rect">
            <a:avLst/>
          </a:prstGeom>
          <a:solidFill>
            <a:srgbClr val="D7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latin typeface="Krona One"/>
              </a:defRPr>
            </a:pPr>
            <a:endParaRPr lang="en-GB"/>
          </a:p>
        </p:txBody>
      </p:sp>
      <p:sp>
        <p:nvSpPr>
          <p:cNvPr id="5" name="Oval 4"/>
          <p:cNvSpPr/>
          <p:nvPr/>
        </p:nvSpPr>
        <p:spPr>
          <a:xfrm>
            <a:off x="1819656" y="1786371"/>
            <a:ext cx="347472" cy="274502"/>
          </a:xfrm>
          <a:prstGeom prst="ellipse">
            <a:avLst/>
          </a:prstGeom>
          <a:solidFill>
            <a:srgbClr val="008BE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defRPr>
                <a:latin typeface="Krona One"/>
              </a:defRPr>
            </a:pPr>
            <a:r>
              <a:rPr lang="en-GB" sz="1000" b="0">
                <a:solidFill>
                  <a:srgbClr val="FFFFFF"/>
                </a:solidFill>
                <a:latin typeface="Krona One"/>
              </a:rPr>
              <a:t>1</a:t>
            </a:r>
          </a:p>
        </p:txBody>
      </p:sp>
      <p:sp>
        <p:nvSpPr>
          <p:cNvPr id="6" name="SURVIVAL MODE tracker label"/>
          <p:cNvSpPr txBox="1"/>
          <p:nvPr/>
        </p:nvSpPr>
        <p:spPr>
          <a:xfrm>
            <a:off x="758952" y="2072396"/>
            <a:ext cx="2468880" cy="25283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>
                <a:latin typeface="Krona One"/>
              </a:defRPr>
            </a:pPr>
            <a:r>
              <a:rPr lang="en-GB" sz="1200" b="0" i="0">
                <a:solidFill>
                  <a:srgbClr val="008BEF"/>
                </a:solidFill>
                <a:latin typeface="Krona One"/>
              </a:rPr>
              <a:t>SURVIVAL MODE</a:t>
            </a:r>
          </a:p>
        </p:txBody>
      </p:sp>
      <p:sp>
        <p:nvSpPr>
          <p:cNvPr id="7" name="Oval 6"/>
          <p:cNvSpPr/>
          <p:nvPr/>
        </p:nvSpPr>
        <p:spPr>
          <a:xfrm>
            <a:off x="5916168" y="1786371"/>
            <a:ext cx="347472" cy="274502"/>
          </a:xfrm>
          <a:prstGeom prst="ellipse">
            <a:avLst/>
          </a:prstGeom>
          <a:solidFill>
            <a:srgbClr val="008BE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defRPr>
                <a:latin typeface="Krona One"/>
              </a:defRPr>
            </a:pPr>
            <a:r>
              <a:rPr lang="en-GB" sz="1000" b="0">
                <a:solidFill>
                  <a:srgbClr val="FFFFFF"/>
                </a:solidFill>
                <a:latin typeface="Krona One"/>
              </a:rPr>
              <a:t>2</a:t>
            </a:r>
          </a:p>
        </p:txBody>
      </p:sp>
      <p:sp>
        <p:nvSpPr>
          <p:cNvPr id="8" name="LEARNING MODE tracker label"/>
          <p:cNvSpPr txBox="1"/>
          <p:nvPr/>
        </p:nvSpPr>
        <p:spPr>
          <a:xfrm>
            <a:off x="4855464" y="2072396"/>
            <a:ext cx="2468880" cy="25283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>
                <a:latin typeface="Krona One"/>
              </a:defRPr>
            </a:pPr>
            <a:r>
              <a:rPr lang="en-GB" sz="1200" b="0" i="0">
                <a:solidFill>
                  <a:srgbClr val="008BEF"/>
                </a:solidFill>
                <a:latin typeface="Krona One"/>
              </a:rPr>
              <a:t>LEARNING MODE</a:t>
            </a:r>
          </a:p>
        </p:txBody>
      </p:sp>
      <p:sp>
        <p:nvSpPr>
          <p:cNvPr id="9" name="Oval 8"/>
          <p:cNvSpPr/>
          <p:nvPr/>
        </p:nvSpPr>
        <p:spPr>
          <a:xfrm>
            <a:off x="9976104" y="1786371"/>
            <a:ext cx="347472" cy="274502"/>
          </a:xfrm>
          <a:prstGeom prst="ellipse">
            <a:avLst/>
          </a:prstGeom>
          <a:solidFill>
            <a:srgbClr val="00AD91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defRPr>
                <a:latin typeface="Krona One"/>
              </a:defRPr>
            </a:pPr>
            <a:r>
              <a:rPr lang="en-GB" sz="1000" b="0">
                <a:solidFill>
                  <a:srgbClr val="FFFFFF"/>
                </a:solidFill>
                <a:latin typeface="Krona One"/>
              </a:rPr>
              <a:t>3</a:t>
            </a:r>
          </a:p>
        </p:txBody>
      </p:sp>
      <p:sp>
        <p:nvSpPr>
          <p:cNvPr id="10" name="SELF-ORGANIZING tracker label"/>
          <p:cNvSpPr txBox="1"/>
          <p:nvPr/>
        </p:nvSpPr>
        <p:spPr>
          <a:xfrm>
            <a:off x="8915400" y="2072396"/>
            <a:ext cx="2468880" cy="25283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>
                <a:latin typeface="Krona One"/>
              </a:defRPr>
            </a:pPr>
            <a:r>
              <a:rPr lang="en-GB" sz="1200" b="0" i="0">
                <a:solidFill>
                  <a:srgbClr val="00AD91"/>
                </a:solidFill>
                <a:latin typeface="Krona One"/>
              </a:rPr>
              <a:t>SELF-ORGANIZING</a:t>
            </a:r>
          </a:p>
        </p:txBody>
      </p:sp>
      <p:sp>
        <p:nvSpPr>
          <p:cNvPr id="11" name="Left transition accent"/>
          <p:cNvSpPr/>
          <p:nvPr/>
        </p:nvSpPr>
        <p:spPr>
          <a:xfrm>
            <a:off x="768096" y="2383292"/>
            <a:ext cx="64008" cy="245607"/>
          </a:xfrm>
          <a:prstGeom prst="rect">
            <a:avLst/>
          </a:prstGeom>
          <a:solidFill>
            <a:srgbClr val="008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latin typeface="Krona One"/>
              </a:defRPr>
            </a:pPr>
            <a:endParaRPr lang="en-GB"/>
          </a:p>
        </p:txBody>
      </p:sp>
      <p:sp>
        <p:nvSpPr>
          <p:cNvPr id="12" name="Left transition"/>
          <p:cNvSpPr txBox="1"/>
          <p:nvPr/>
        </p:nvSpPr>
        <p:spPr>
          <a:xfrm>
            <a:off x="932688" y="2401945"/>
            <a:ext cx="4663440" cy="30339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>
                <a:latin typeface="Krona One"/>
              </a:defRPr>
            </a:pPr>
            <a:r>
              <a:rPr lang="en-GB" sz="1440" b="0" i="0">
                <a:solidFill>
                  <a:srgbClr val="008BEF"/>
                </a:solidFill>
                <a:latin typeface="Krona One"/>
              </a:rPr>
              <a:t>SURVIVAL → LEARNING</a:t>
            </a:r>
          </a:p>
        </p:txBody>
      </p:sp>
      <p:sp>
        <p:nvSpPr>
          <p:cNvPr id="13" name="Right transition accent"/>
          <p:cNvSpPr/>
          <p:nvPr/>
        </p:nvSpPr>
        <p:spPr>
          <a:xfrm>
            <a:off x="6144768" y="2383292"/>
            <a:ext cx="64008" cy="245607"/>
          </a:xfrm>
          <a:prstGeom prst="rect">
            <a:avLst/>
          </a:prstGeom>
          <a:solidFill>
            <a:srgbClr val="00A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latin typeface="Krona One"/>
              </a:defRPr>
            </a:pPr>
            <a:endParaRPr lang="en-GB"/>
          </a:p>
        </p:txBody>
      </p:sp>
      <p:sp>
        <p:nvSpPr>
          <p:cNvPr id="14" name="Right transition"/>
          <p:cNvSpPr txBox="1"/>
          <p:nvPr/>
        </p:nvSpPr>
        <p:spPr>
          <a:xfrm>
            <a:off x="6309360" y="2401945"/>
            <a:ext cx="4800600" cy="30339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>
                <a:latin typeface="Krona One"/>
              </a:defRPr>
            </a:pPr>
            <a:r>
              <a:rPr lang="en-GB" sz="1440" b="0" i="0">
                <a:solidFill>
                  <a:srgbClr val="00AD91"/>
                </a:solidFill>
                <a:latin typeface="Krona One"/>
              </a:rPr>
              <a:t>LEARNING → SELF-ORGANIZING</a:t>
            </a:r>
          </a:p>
        </p:txBody>
      </p:sp>
      <p:sp>
        <p:nvSpPr>
          <p:cNvPr id="15" name="Transition divider"/>
          <p:cNvSpPr/>
          <p:nvPr/>
        </p:nvSpPr>
        <p:spPr>
          <a:xfrm>
            <a:off x="5961888" y="2383292"/>
            <a:ext cx="16459" cy="2311603"/>
          </a:xfrm>
          <a:prstGeom prst="rect">
            <a:avLst/>
          </a:prstGeom>
          <a:solidFill>
            <a:srgbClr val="D7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latin typeface="Krona One"/>
              </a:defRPr>
            </a:pPr>
            <a:endParaRPr lang="en-GB"/>
          </a:p>
        </p:txBody>
      </p:sp>
      <p:sp>
        <p:nvSpPr>
          <p:cNvPr id="16" name="Make work visible"/>
          <p:cNvSpPr txBox="1"/>
          <p:nvPr/>
        </p:nvSpPr>
        <p:spPr>
          <a:xfrm>
            <a:off x="932688" y="2734056"/>
            <a:ext cx="4526280" cy="3931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8BEF"/>
                </a:solidFill>
                <a:latin typeface="Krona One"/>
              </a:defRPr>
            </a:pPr>
            <a:r>
              <a:rPr lang="en-GB" sz="1680" b="0" i="0">
                <a:solidFill>
                  <a:srgbClr val="008BEF"/>
                </a:solidFill>
                <a:latin typeface="Krona One"/>
              </a:rPr>
              <a:t>Make work visible</a:t>
            </a:r>
          </a:p>
        </p:txBody>
      </p:sp>
      <p:sp>
        <p:nvSpPr>
          <p:cNvPr id="17" name="Visibility practices"/>
          <p:cNvSpPr txBox="1"/>
          <p:nvPr/>
        </p:nvSpPr>
        <p:spPr>
          <a:xfrm>
            <a:off x="932688" y="3163824"/>
            <a:ext cx="4526280" cy="5212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>
                <a:solidFill>
                  <a:srgbClr val="1D2842"/>
                </a:solidFill>
                <a:latin typeface="Krona One"/>
              </a:defRPr>
            </a:pPr>
            <a:r>
              <a:rPr lang="en-GB" sz="1200" b="0" i="0">
                <a:solidFill>
                  <a:srgbClr val="1D2842"/>
                </a:solidFill>
                <a:latin typeface="Krona One"/>
              </a:rPr>
              <a:t>WIP limits  •  Fix-the-build  •  Code review  •  Small batches</a:t>
            </a:r>
          </a:p>
        </p:txBody>
      </p:sp>
      <p:sp>
        <p:nvSpPr>
          <p:cNvPr id="18" name="Left practice divider"/>
          <p:cNvSpPr/>
          <p:nvPr/>
        </p:nvSpPr>
        <p:spPr>
          <a:xfrm>
            <a:off x="932688" y="3730752"/>
            <a:ext cx="4498848" cy="14447"/>
          </a:xfrm>
          <a:prstGeom prst="rect">
            <a:avLst/>
          </a:prstGeom>
          <a:solidFill>
            <a:srgbClr val="D7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latin typeface="Krona One"/>
              </a:defRPr>
            </a:pPr>
            <a:endParaRPr lang="en-GB"/>
          </a:p>
        </p:txBody>
      </p:sp>
      <p:sp>
        <p:nvSpPr>
          <p:cNvPr id="19" name="Stabilization sprint"/>
          <p:cNvSpPr txBox="1"/>
          <p:nvPr/>
        </p:nvSpPr>
        <p:spPr>
          <a:xfrm>
            <a:off x="932688" y="3858768"/>
            <a:ext cx="452628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8BEF"/>
                </a:solidFill>
                <a:latin typeface="Krona One"/>
              </a:defRPr>
            </a:pPr>
            <a:r>
              <a:rPr lang="en-GB" sz="1680" b="0" i="0">
                <a:solidFill>
                  <a:srgbClr val="008BEF"/>
                </a:solidFill>
                <a:latin typeface="Krona One"/>
              </a:rPr>
              <a:t>Run a stabilization sprint</a:t>
            </a:r>
          </a:p>
        </p:txBody>
      </p:sp>
      <p:sp>
        <p:nvSpPr>
          <p:cNvPr id="20" name="Stabilization practices"/>
          <p:cNvSpPr txBox="1"/>
          <p:nvPr/>
        </p:nvSpPr>
        <p:spPr>
          <a:xfrm>
            <a:off x="932688" y="4517136"/>
            <a:ext cx="45262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>
                <a:solidFill>
                  <a:srgbClr val="1D2842"/>
                </a:solidFill>
                <a:latin typeface="Krona One"/>
              </a:defRPr>
            </a:pPr>
            <a:r>
              <a:rPr lang="en-GB" sz="1200" b="0" i="0">
                <a:solidFill>
                  <a:srgbClr val="1D2842"/>
                </a:solidFill>
                <a:latin typeface="Krona One"/>
              </a:rPr>
              <a:t>Stop-the-line  •  Reduce WIP  •  Reinstate hard constraints</a:t>
            </a:r>
          </a:p>
        </p:txBody>
      </p:sp>
      <p:sp>
        <p:nvSpPr>
          <p:cNvPr id="21" name="Delegate decisions"/>
          <p:cNvSpPr txBox="1"/>
          <p:nvPr/>
        </p:nvSpPr>
        <p:spPr>
          <a:xfrm>
            <a:off x="6309360" y="2734056"/>
            <a:ext cx="4736592" cy="3931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AD91"/>
                </a:solidFill>
                <a:latin typeface="Krona One"/>
              </a:defRPr>
            </a:pPr>
            <a:r>
              <a:rPr lang="en-GB" sz="1680" b="0" i="0">
                <a:solidFill>
                  <a:srgbClr val="00AD91"/>
                </a:solidFill>
                <a:latin typeface="Krona One"/>
              </a:rPr>
              <a:t>Delegate decisions (RACI)</a:t>
            </a:r>
          </a:p>
        </p:txBody>
      </p:sp>
      <p:sp>
        <p:nvSpPr>
          <p:cNvPr id="22" name="Delegation practices"/>
          <p:cNvSpPr txBox="1"/>
          <p:nvPr/>
        </p:nvSpPr>
        <p:spPr>
          <a:xfrm>
            <a:off x="6309360" y="3163824"/>
            <a:ext cx="4736592" cy="5212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>
                <a:solidFill>
                  <a:srgbClr val="1D2842"/>
                </a:solidFill>
                <a:latin typeface="Krona One"/>
              </a:defRPr>
            </a:pPr>
            <a:r>
              <a:rPr lang="en-GB" sz="1200" b="0" i="0">
                <a:solidFill>
                  <a:srgbClr val="1D2842"/>
                </a:solidFill>
                <a:latin typeface="Krona One"/>
              </a:rPr>
              <a:t>Define guardrails  •  Outcomes  •  Rotating ownership</a:t>
            </a:r>
          </a:p>
        </p:txBody>
      </p:sp>
      <p:sp>
        <p:nvSpPr>
          <p:cNvPr id="23" name="Right practice divider"/>
          <p:cNvSpPr/>
          <p:nvPr/>
        </p:nvSpPr>
        <p:spPr>
          <a:xfrm>
            <a:off x="6309360" y="3730752"/>
            <a:ext cx="4736592" cy="14447"/>
          </a:xfrm>
          <a:prstGeom prst="rect">
            <a:avLst/>
          </a:prstGeom>
          <a:solidFill>
            <a:srgbClr val="D7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latin typeface="Krona One"/>
              </a:defRPr>
            </a:pPr>
            <a:endParaRPr lang="en-GB"/>
          </a:p>
        </p:txBody>
      </p:sp>
      <p:sp>
        <p:nvSpPr>
          <p:cNvPr id="24" name="Capability coaching"/>
          <p:cNvSpPr txBox="1"/>
          <p:nvPr/>
        </p:nvSpPr>
        <p:spPr>
          <a:xfrm>
            <a:off x="6309360" y="3858768"/>
            <a:ext cx="4736592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AD91"/>
                </a:solidFill>
                <a:latin typeface="Krona One"/>
              </a:defRPr>
            </a:pPr>
            <a:r>
              <a:rPr lang="en-GB" sz="1680" b="0" i="0">
                <a:solidFill>
                  <a:srgbClr val="00AD91"/>
                </a:solidFill>
                <a:latin typeface="Krona One"/>
              </a:rPr>
              <a:t>Add coaching for new tech or capability gaps</a:t>
            </a:r>
          </a:p>
        </p:txBody>
      </p:sp>
      <p:sp>
        <p:nvSpPr>
          <p:cNvPr id="25" name="Coaching practices"/>
          <p:cNvSpPr txBox="1"/>
          <p:nvPr/>
        </p:nvSpPr>
        <p:spPr>
          <a:xfrm>
            <a:off x="6309360" y="4517136"/>
            <a:ext cx="4736592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>
                <a:solidFill>
                  <a:srgbClr val="1D2842"/>
                </a:solidFill>
                <a:latin typeface="Krona One"/>
              </a:defRPr>
            </a:pPr>
            <a:r>
              <a:rPr lang="en-GB" sz="1200" b="0" i="0">
                <a:solidFill>
                  <a:srgbClr val="1D2842"/>
                </a:solidFill>
                <a:latin typeface="Krona One"/>
              </a:rPr>
              <a:t>Pairing  •  Learning cadence</a:t>
            </a:r>
          </a:p>
        </p:txBody>
      </p:sp>
      <p:sp>
        <p:nvSpPr>
          <p:cNvPr id="26" name="Elastic Leadership source"/>
          <p:cNvSpPr txBox="1"/>
          <p:nvPr/>
        </p:nvSpPr>
        <p:spPr>
          <a:xfrm>
            <a:off x="731520" y="5321808"/>
            <a:ext cx="1069848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>
                <a:solidFill>
                  <a:srgbClr val="1D2842"/>
                </a:solidFill>
                <a:latin typeface="Krona One"/>
              </a:defRPr>
            </a:pPr>
            <a:r>
              <a:rPr lang="en-GB" sz="800" b="0" i="1">
                <a:solidFill>
                  <a:srgbClr val="1D2842"/>
                </a:solidFill>
                <a:latin typeface="Krona One"/>
              </a:rPr>
              <a:t>Source: Roy Osherove, Elastic Leadership: Growing Self-Organizing Teams</a:t>
            </a:r>
          </a:p>
        </p:txBody>
      </p:sp>
      <p:sp>
        <p:nvSpPr>
          <p:cNvPr id="27" name="object 3"/>
          <p:cNvSpPr txBox="1"/>
          <p:nvPr/>
        </p:nvSpPr>
        <p:spPr>
          <a:xfrm>
            <a:off x="8750808" y="548640"/>
            <a:ext cx="1965960" cy="384048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>
              <a:defRPr sz="950">
                <a:solidFill>
                  <a:srgbClr val="008BEF"/>
                </a:solidFill>
                <a:latin typeface="Krona One"/>
              </a:defRPr>
            </a:pPr>
            <a:r>
              <a:rPr sz="950" b="0">
                <a:solidFill>
                  <a:srgbClr val="008BEF"/>
                </a:solidFill>
                <a:latin typeface="Krona One"/>
              </a:rPr>
              <a:t>SOUTH COAST</a:t>
            </a:r>
          </a:p>
          <a:p>
            <a:pPr>
              <a:defRPr sz="950">
                <a:solidFill>
                  <a:srgbClr val="008BEF"/>
                </a:solidFill>
                <a:latin typeface="Krona One"/>
              </a:defRPr>
            </a:pPr>
            <a:r>
              <a:rPr sz="950" b="0">
                <a:solidFill>
                  <a:srgbClr val="008BEF"/>
                </a:solidFill>
                <a:latin typeface="Krona One"/>
              </a:rPr>
              <a:t>USER GROUP</a:t>
            </a:r>
          </a:p>
        </p:txBody>
      </p:sp>
      <p:sp>
        <p:nvSpPr>
          <p:cNvPr id="28" name="object 4"/>
          <p:cNvSpPr txBox="1"/>
          <p:nvPr/>
        </p:nvSpPr>
        <p:spPr>
          <a:xfrm>
            <a:off x="8750808" y="969264"/>
            <a:ext cx="1965960" cy="210312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marR="5080" indent="166370" algn="l">
              <a:lnSpc>
                <a:spcPct val="100000"/>
              </a:lnSpc>
              <a:spcBef>
                <a:spcPts val="100"/>
              </a:spcBef>
              <a:defRPr sz="850">
                <a:solidFill>
                  <a:srgbClr val="1D2842"/>
                </a:solidFill>
                <a:latin typeface="Krona One"/>
              </a:defRPr>
            </a:pPr>
            <a:r>
              <a:rPr lang="en-GB" sz="850" b="0">
                <a:solidFill>
                  <a:srgbClr val="1D2842"/>
                </a:solidFill>
                <a:latin typeface="Krona One"/>
                <a:cs typeface="Krona One"/>
              </a:rPr>
              <a:t>23</a:t>
            </a:r>
            <a:r>
              <a:rPr lang="en-GB" sz="850" b="0" baseline="30000">
                <a:solidFill>
                  <a:srgbClr val="1D2842"/>
                </a:solidFill>
                <a:latin typeface="Krona One"/>
                <a:cs typeface="Krona One"/>
              </a:rPr>
              <a:t>RD</a:t>
            </a:r>
            <a:r>
              <a:rPr lang="en-GB" sz="850" b="0">
                <a:solidFill>
                  <a:srgbClr val="1D2842"/>
                </a:solidFill>
                <a:latin typeface="Krona One"/>
                <a:cs typeface="Krona One"/>
              </a:rPr>
              <a:t> OCTOBER 2026</a:t>
            </a:r>
            <a:endParaRPr sz="1300">
              <a:latin typeface="Krona One"/>
              <a:cs typeface="Krona One"/>
            </a:endParaRPr>
          </a:p>
        </p:txBody>
      </p:sp>
      <p:pic>
        <p:nvPicPr>
          <p:cNvPr id="29" name="Picture 25" descr="Meetup - Wikipedia">
            <a:extLst>
              <a:ext uri="{FF2B5EF4-FFF2-40B4-BE49-F238E27FC236}">
                <a16:creationId xmlns:a16="http://schemas.microsoft.com/office/drawing/2014/main" id="{1F875E31-D75C-D4D6-7D46-70E072C46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320150"/>
            <a:ext cx="933329" cy="89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6294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15 Situational Leadership Examples to Lead Better">
            <a:extLst>
              <a:ext uri="{FF2B5EF4-FFF2-40B4-BE49-F238E27FC236}">
                <a16:creationId xmlns:a16="http://schemas.microsoft.com/office/drawing/2014/main" id="{2F6BBEDE-8678-1532-EF70-F0079FC96C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472727" y="1481328"/>
            <a:ext cx="3363902" cy="3977639"/>
          </a:xfrm>
          <a:prstGeom prst="rect">
            <a:avLst/>
          </a:prstGeom>
        </p:spPr>
      </p:pic>
      <p:pic>
        <p:nvPicPr>
          <p:cNvPr id="8" name="Picture 7" descr="15 Situational Leadership Examples to Lead Better">
            <a:extLst>
              <a:ext uri="{FF2B5EF4-FFF2-40B4-BE49-F238E27FC236}">
                <a16:creationId xmlns:a16="http://schemas.microsoft.com/office/drawing/2014/main" id="{9EEA71BD-0A4B-4BC9-B731-3953182B62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175449" y="1481328"/>
            <a:ext cx="2656938" cy="39776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7608" y="502920"/>
            <a:ext cx="8046720" cy="9418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1BDBB0"/>
                </a:solidFill>
                <a:latin typeface="Krona One"/>
              </a:defRPr>
            </a:pPr>
            <a:r>
              <a:rPr lang="en-GB" sz="3600" b="0">
                <a:solidFill>
                  <a:srgbClr val="1BDBB0"/>
                </a:solidFill>
                <a:latin typeface="Krona One"/>
              </a:rPr>
              <a:t>Situational leadership</a:t>
            </a:r>
          </a:p>
        </p:txBody>
      </p:sp>
      <p:sp>
        <p:nvSpPr>
          <p:cNvPr id="10" name="object 3"/>
          <p:cNvSpPr txBox="1"/>
          <p:nvPr/>
        </p:nvSpPr>
        <p:spPr>
          <a:xfrm>
            <a:off x="8750808" y="548640"/>
            <a:ext cx="1965960" cy="384048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>
              <a:defRPr sz="950">
                <a:solidFill>
                  <a:srgbClr val="008BEF"/>
                </a:solidFill>
                <a:latin typeface="Krona One"/>
              </a:defRPr>
            </a:pPr>
            <a:r>
              <a:rPr sz="950" b="0">
                <a:solidFill>
                  <a:srgbClr val="008BEF"/>
                </a:solidFill>
                <a:latin typeface="Krona One"/>
              </a:rPr>
              <a:t>SOUTH COAST</a:t>
            </a:r>
          </a:p>
          <a:p>
            <a:pPr>
              <a:defRPr sz="950">
                <a:solidFill>
                  <a:srgbClr val="008BEF"/>
                </a:solidFill>
                <a:latin typeface="Krona One"/>
              </a:defRPr>
            </a:pPr>
            <a:r>
              <a:rPr sz="950" b="0">
                <a:solidFill>
                  <a:srgbClr val="008BEF"/>
                </a:solidFill>
                <a:latin typeface="Krona One"/>
              </a:rPr>
              <a:t>USER GROUP</a:t>
            </a:r>
          </a:p>
        </p:txBody>
      </p:sp>
      <p:sp>
        <p:nvSpPr>
          <p:cNvPr id="11" name="object 4"/>
          <p:cNvSpPr txBox="1"/>
          <p:nvPr/>
        </p:nvSpPr>
        <p:spPr>
          <a:xfrm>
            <a:off x="8750808" y="969264"/>
            <a:ext cx="1965960" cy="210312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marR="5080" indent="166370" algn="l">
              <a:lnSpc>
                <a:spcPct val="100000"/>
              </a:lnSpc>
              <a:spcBef>
                <a:spcPts val="100"/>
              </a:spcBef>
              <a:defRPr sz="850">
                <a:solidFill>
                  <a:srgbClr val="1D2842"/>
                </a:solidFill>
                <a:latin typeface="Krona One"/>
              </a:defRPr>
            </a:pPr>
            <a:r>
              <a:rPr lang="en-GB" sz="850" b="0">
                <a:solidFill>
                  <a:srgbClr val="1D2842"/>
                </a:solidFill>
                <a:latin typeface="Krona One"/>
                <a:cs typeface="Krona One"/>
              </a:rPr>
              <a:t>23</a:t>
            </a:r>
            <a:r>
              <a:rPr lang="en-GB" sz="850" b="0" baseline="30000">
                <a:solidFill>
                  <a:srgbClr val="1D2842"/>
                </a:solidFill>
                <a:latin typeface="Krona One"/>
                <a:cs typeface="Krona One"/>
              </a:rPr>
              <a:t>RD</a:t>
            </a:r>
            <a:r>
              <a:rPr lang="en-GB" sz="850" b="0">
                <a:solidFill>
                  <a:srgbClr val="1D2842"/>
                </a:solidFill>
                <a:latin typeface="Krona One"/>
                <a:cs typeface="Krona One"/>
              </a:rPr>
              <a:t> OCTOBER 2026</a:t>
            </a:r>
            <a:endParaRPr sz="1300">
              <a:latin typeface="Krona One"/>
              <a:cs typeface="Krona One"/>
            </a:endParaRPr>
          </a:p>
        </p:txBody>
      </p:sp>
      <p:pic>
        <p:nvPicPr>
          <p:cNvPr id="12" name="Picture 25" descr="Meetup - Wikipedia">
            <a:extLst>
              <a:ext uri="{FF2B5EF4-FFF2-40B4-BE49-F238E27FC236}">
                <a16:creationId xmlns:a16="http://schemas.microsoft.com/office/drawing/2014/main" id="{1F875E31-D75C-D4D6-7D46-70E072C463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6600" y="320150"/>
            <a:ext cx="933329" cy="89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4981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04E2A9-80A8-F807-CEDC-EA9F1DDAB4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0440" y="1481328"/>
            <a:ext cx="4780637" cy="3977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27608" y="502920"/>
            <a:ext cx="8046720" cy="9418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1BDBB0"/>
                </a:solidFill>
                <a:latin typeface="Krona One"/>
              </a:defRPr>
            </a:pPr>
            <a:r>
              <a:rPr lang="en-GB" sz="3600" b="0">
                <a:solidFill>
                  <a:srgbClr val="1BDBB0"/>
                </a:solidFill>
                <a:latin typeface="Krona One"/>
              </a:rPr>
              <a:t>Dunning–Kruger effect</a:t>
            </a:r>
          </a:p>
        </p:txBody>
      </p:sp>
      <p:sp>
        <p:nvSpPr>
          <p:cNvPr id="6" name="object 3"/>
          <p:cNvSpPr txBox="1"/>
          <p:nvPr/>
        </p:nvSpPr>
        <p:spPr>
          <a:xfrm>
            <a:off x="8750808" y="548640"/>
            <a:ext cx="1965960" cy="384048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>
              <a:defRPr sz="950">
                <a:solidFill>
                  <a:srgbClr val="008BEF"/>
                </a:solidFill>
                <a:latin typeface="Krona One"/>
              </a:defRPr>
            </a:pPr>
            <a:r>
              <a:rPr lang="en-GB" sz="950" b="0">
                <a:solidFill>
                  <a:srgbClr val="008BEF"/>
                </a:solidFill>
                <a:latin typeface="Krona One"/>
              </a:rPr>
              <a:t>SOUTH COAST</a:t>
            </a:r>
          </a:p>
          <a:p>
            <a:pPr>
              <a:defRPr sz="950">
                <a:solidFill>
                  <a:srgbClr val="008BEF"/>
                </a:solidFill>
                <a:latin typeface="Krona One"/>
              </a:defRPr>
            </a:pPr>
            <a:r>
              <a:rPr lang="en-GB" sz="950" b="0">
                <a:solidFill>
                  <a:srgbClr val="008BEF"/>
                </a:solidFill>
                <a:latin typeface="Krona One"/>
              </a:rPr>
              <a:t>USER GROUP</a:t>
            </a:r>
          </a:p>
        </p:txBody>
      </p:sp>
      <p:sp>
        <p:nvSpPr>
          <p:cNvPr id="7" name="object 4"/>
          <p:cNvSpPr txBox="1"/>
          <p:nvPr/>
        </p:nvSpPr>
        <p:spPr>
          <a:xfrm>
            <a:off x="8750808" y="969264"/>
            <a:ext cx="1965960" cy="210312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marR="5080" indent="166370" algn="l">
              <a:lnSpc>
                <a:spcPct val="100000"/>
              </a:lnSpc>
              <a:spcBef>
                <a:spcPts val="100"/>
              </a:spcBef>
              <a:defRPr sz="850">
                <a:solidFill>
                  <a:srgbClr val="1D2842"/>
                </a:solidFill>
                <a:latin typeface="Krona One"/>
              </a:defRPr>
            </a:pPr>
            <a:r>
              <a:rPr lang="en-GB" sz="850" b="0">
                <a:solidFill>
                  <a:srgbClr val="1D2842"/>
                </a:solidFill>
                <a:latin typeface="Krona One"/>
                <a:cs typeface="Krona One"/>
              </a:rPr>
              <a:t>23</a:t>
            </a:r>
            <a:r>
              <a:rPr lang="en-GB" sz="850" b="0" baseline="30000">
                <a:solidFill>
                  <a:srgbClr val="1D2842"/>
                </a:solidFill>
                <a:latin typeface="Krona One"/>
                <a:cs typeface="Krona One"/>
              </a:rPr>
              <a:t>RD</a:t>
            </a:r>
            <a:r>
              <a:rPr lang="en-GB" sz="850" b="0">
                <a:solidFill>
                  <a:srgbClr val="1D2842"/>
                </a:solidFill>
                <a:latin typeface="Krona One"/>
                <a:cs typeface="Krona One"/>
              </a:rPr>
              <a:t> OCTOBER 2026</a:t>
            </a:r>
            <a:endParaRPr sz="1300">
              <a:latin typeface="Krona One"/>
              <a:cs typeface="Krona One"/>
            </a:endParaRPr>
          </a:p>
        </p:txBody>
      </p:sp>
      <p:pic>
        <p:nvPicPr>
          <p:cNvPr id="8" name="Picture 25" descr="Meetup - Wikipedia">
            <a:extLst>
              <a:ext uri="{FF2B5EF4-FFF2-40B4-BE49-F238E27FC236}">
                <a16:creationId xmlns:a16="http://schemas.microsoft.com/office/drawing/2014/main" id="{1F875E31-D75C-D4D6-7D46-70E072C463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320150"/>
            <a:ext cx="933329" cy="89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4929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9D389F-548B-D684-15D0-97C7B3FA720F}"/>
              </a:ext>
            </a:extLst>
          </p:cNvPr>
          <p:cNvSpPr/>
          <p:nvPr/>
        </p:nvSpPr>
        <p:spPr>
          <a:xfrm>
            <a:off x="2140797" y="1690166"/>
            <a:ext cx="8305800" cy="2668524"/>
          </a:xfrm>
          <a:prstGeom prst="rect">
            <a:avLst/>
          </a:prstGeom>
          <a:noFill/>
          <a:ln w="57150">
            <a:solidFill>
              <a:srgbClr val="1D28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 sz="1200">
                <a:solidFill>
                  <a:srgbClr val="1D2842"/>
                </a:solidFill>
                <a:latin typeface="Krona One"/>
              </a:defRPr>
            </a:pPr>
            <a:endParaRPr lang="en-GB">
              <a:solidFill>
                <a:srgbClr val="1D2842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BF219AB-F191-C528-AF41-9845EF14529B}"/>
              </a:ext>
            </a:extLst>
          </p:cNvPr>
          <p:cNvCxnSpPr>
            <a:cxnSpLocks/>
          </p:cNvCxnSpPr>
          <p:nvPr/>
        </p:nvCxnSpPr>
        <p:spPr>
          <a:xfrm>
            <a:off x="6293697" y="1690166"/>
            <a:ext cx="0" cy="2668524"/>
          </a:xfrm>
          <a:prstGeom prst="line">
            <a:avLst/>
          </a:prstGeom>
          <a:ln w="57150">
            <a:solidFill>
              <a:srgbClr val="1D28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C83C1AA-2CA8-67EE-5211-A436477F0FC9}"/>
              </a:ext>
            </a:extLst>
          </p:cNvPr>
          <p:cNvCxnSpPr>
            <a:cxnSpLocks/>
          </p:cNvCxnSpPr>
          <p:nvPr/>
        </p:nvCxnSpPr>
        <p:spPr>
          <a:xfrm>
            <a:off x="2140797" y="3024428"/>
            <a:ext cx="8305800" cy="0"/>
          </a:xfrm>
          <a:prstGeom prst="line">
            <a:avLst/>
          </a:prstGeom>
          <a:ln w="57150">
            <a:solidFill>
              <a:srgbClr val="1D28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7B3C7FB-C314-4014-1910-93E6271074EC}"/>
              </a:ext>
            </a:extLst>
          </p:cNvPr>
          <p:cNvCxnSpPr>
            <a:cxnSpLocks/>
          </p:cNvCxnSpPr>
          <p:nvPr/>
        </p:nvCxnSpPr>
        <p:spPr>
          <a:xfrm flipV="1">
            <a:off x="1678093" y="1567823"/>
            <a:ext cx="0" cy="2970784"/>
          </a:xfrm>
          <a:prstGeom prst="straightConnector1">
            <a:avLst/>
          </a:prstGeom>
          <a:ln w="57150">
            <a:solidFill>
              <a:srgbClr val="1D284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65388CE-4719-39A9-08EF-21A1C483A309}"/>
              </a:ext>
            </a:extLst>
          </p:cNvPr>
          <p:cNvCxnSpPr>
            <a:cxnSpLocks/>
          </p:cNvCxnSpPr>
          <p:nvPr/>
        </p:nvCxnSpPr>
        <p:spPr>
          <a:xfrm>
            <a:off x="1855046" y="4531410"/>
            <a:ext cx="8686800" cy="0"/>
          </a:xfrm>
          <a:prstGeom prst="straightConnector1">
            <a:avLst/>
          </a:prstGeom>
          <a:ln w="57150">
            <a:solidFill>
              <a:srgbClr val="1D284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3BA1BE6-4311-48AD-4F53-722781B668A2}"/>
              </a:ext>
            </a:extLst>
          </p:cNvPr>
          <p:cNvSpPr txBox="1"/>
          <p:nvPr/>
        </p:nvSpPr>
        <p:spPr>
          <a:xfrm>
            <a:off x="365760" y="2768803"/>
            <a:ext cx="1188720" cy="26745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defRPr sz="1200">
                <a:solidFill>
                  <a:srgbClr val="1D2842"/>
                </a:solidFill>
                <a:latin typeface="Krona One"/>
              </a:defRPr>
            </a:pPr>
            <a:r>
              <a:rPr lang="en-GB" sz="1200" b="0">
                <a:solidFill>
                  <a:srgbClr val="1D2842"/>
                </a:solidFill>
                <a:latin typeface="Krona One"/>
              </a:rPr>
              <a:t>Passion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883DD3-4E34-A5CB-A7B0-CCDE805C6758}"/>
              </a:ext>
            </a:extLst>
          </p:cNvPr>
          <p:cNvSpPr txBox="1"/>
          <p:nvPr/>
        </p:nvSpPr>
        <p:spPr>
          <a:xfrm>
            <a:off x="5166360" y="4983480"/>
            <a:ext cx="2743200" cy="3200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defRPr sz="1200">
                <a:solidFill>
                  <a:srgbClr val="1D2842"/>
                </a:solidFill>
                <a:latin typeface="Krona One"/>
              </a:defRPr>
            </a:pPr>
            <a:r>
              <a:rPr lang="en-GB" sz="1200" b="0">
                <a:solidFill>
                  <a:srgbClr val="1D2842"/>
                </a:solidFill>
                <a:latin typeface="Krona One"/>
              </a:rPr>
              <a:t>Requirement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636007-93BF-04E7-6C0D-4CDB69A00080}"/>
              </a:ext>
            </a:extLst>
          </p:cNvPr>
          <p:cNvSpPr txBox="1"/>
          <p:nvPr/>
        </p:nvSpPr>
        <p:spPr>
          <a:xfrm>
            <a:off x="6484737" y="2084832"/>
            <a:ext cx="3794760" cy="83073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defRPr sz="1700">
                <a:solidFill>
                  <a:srgbClr val="1D2842"/>
                </a:solidFill>
                <a:latin typeface="Krona One"/>
              </a:defRPr>
            </a:pPr>
            <a:r>
              <a:rPr lang="en-GB" sz="1700" b="0">
                <a:solidFill>
                  <a:srgbClr val="1D2842"/>
                </a:solidFill>
                <a:latin typeface="Krona One"/>
              </a:rPr>
              <a:t>I do need to know</a:t>
            </a:r>
          </a:p>
          <a:p>
            <a:pPr>
              <a:defRPr sz="1700">
                <a:solidFill>
                  <a:srgbClr val="1D2842"/>
                </a:solidFill>
                <a:latin typeface="Krona One"/>
              </a:defRPr>
            </a:pPr>
            <a:r>
              <a:rPr lang="en-GB" sz="1700" b="0">
                <a:solidFill>
                  <a:srgbClr val="1D2842"/>
                </a:solidFill>
                <a:latin typeface="Krona One"/>
              </a:rPr>
              <a:t>I do want to know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B90FD4-367D-6843-EC31-0E45C142CB69}"/>
              </a:ext>
            </a:extLst>
          </p:cNvPr>
          <p:cNvSpPr txBox="1"/>
          <p:nvPr/>
        </p:nvSpPr>
        <p:spPr>
          <a:xfrm>
            <a:off x="2377173" y="2084832"/>
            <a:ext cx="3794760" cy="83073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defRPr sz="1700">
                <a:solidFill>
                  <a:srgbClr val="1D2842"/>
                </a:solidFill>
                <a:latin typeface="Krona One"/>
              </a:defRPr>
            </a:pPr>
            <a:r>
              <a:rPr lang="en-GB" sz="1700" b="0">
                <a:solidFill>
                  <a:srgbClr val="1D2842"/>
                </a:solidFill>
                <a:latin typeface="Krona One"/>
              </a:rPr>
              <a:t>I don’t need to know</a:t>
            </a:r>
          </a:p>
          <a:p>
            <a:pPr>
              <a:defRPr sz="1700">
                <a:solidFill>
                  <a:srgbClr val="1D2842"/>
                </a:solidFill>
                <a:latin typeface="Krona One"/>
              </a:defRPr>
            </a:pPr>
            <a:r>
              <a:rPr lang="en-GB" sz="1700" b="0">
                <a:solidFill>
                  <a:srgbClr val="1D2842"/>
                </a:solidFill>
                <a:latin typeface="Krona One"/>
              </a:rPr>
              <a:t>I do want to know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50B721-51DE-02E3-0683-848335835B6B}"/>
              </a:ext>
            </a:extLst>
          </p:cNvPr>
          <p:cNvSpPr txBox="1"/>
          <p:nvPr/>
        </p:nvSpPr>
        <p:spPr>
          <a:xfrm>
            <a:off x="2374635" y="3390595"/>
            <a:ext cx="3794760" cy="83073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defRPr sz="1700">
                <a:solidFill>
                  <a:srgbClr val="1D2842"/>
                </a:solidFill>
                <a:latin typeface="Krona One"/>
              </a:defRPr>
            </a:pPr>
            <a:r>
              <a:rPr lang="en-GB" sz="1700" b="0">
                <a:solidFill>
                  <a:srgbClr val="1D2842"/>
                </a:solidFill>
                <a:latin typeface="Krona One"/>
              </a:rPr>
              <a:t>I don’t need to know</a:t>
            </a:r>
          </a:p>
          <a:p>
            <a:pPr>
              <a:defRPr sz="1700">
                <a:solidFill>
                  <a:srgbClr val="1D2842"/>
                </a:solidFill>
                <a:latin typeface="Krona One"/>
              </a:defRPr>
            </a:pPr>
            <a:r>
              <a:rPr lang="en-GB" sz="1700" b="0">
                <a:solidFill>
                  <a:srgbClr val="1D2842"/>
                </a:solidFill>
                <a:latin typeface="Krona One"/>
              </a:rPr>
              <a:t>I don’t want to know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89BE74-357D-338A-0DFF-9FCF5BF42812}"/>
              </a:ext>
            </a:extLst>
          </p:cNvPr>
          <p:cNvSpPr txBox="1"/>
          <p:nvPr/>
        </p:nvSpPr>
        <p:spPr>
          <a:xfrm>
            <a:off x="6481199" y="3390595"/>
            <a:ext cx="3794760" cy="83073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defRPr sz="1700">
                <a:solidFill>
                  <a:srgbClr val="1D2842"/>
                </a:solidFill>
                <a:latin typeface="Krona One"/>
              </a:defRPr>
            </a:pPr>
            <a:r>
              <a:rPr lang="en-GB" sz="1700" b="0">
                <a:solidFill>
                  <a:srgbClr val="1D2842"/>
                </a:solidFill>
                <a:latin typeface="Krona One"/>
              </a:rPr>
              <a:t>I do need to know</a:t>
            </a:r>
          </a:p>
          <a:p>
            <a:pPr>
              <a:defRPr sz="1700">
                <a:solidFill>
                  <a:srgbClr val="1D2842"/>
                </a:solidFill>
                <a:latin typeface="Krona One"/>
              </a:defRPr>
            </a:pPr>
            <a:r>
              <a:rPr lang="en-GB" sz="1700" b="0">
                <a:solidFill>
                  <a:srgbClr val="1D2842"/>
                </a:solidFill>
                <a:latin typeface="Krona One"/>
              </a:rPr>
              <a:t>I don’t want to know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A7C5409-E447-98DB-AE9E-47F44F6CA8C7}"/>
              </a:ext>
            </a:extLst>
          </p:cNvPr>
          <p:cNvSpPr/>
          <p:nvPr/>
        </p:nvSpPr>
        <p:spPr>
          <a:xfrm>
            <a:off x="10192809" y="1347789"/>
            <a:ext cx="502920" cy="502920"/>
          </a:xfrm>
          <a:prstGeom prst="ellipse">
            <a:avLst/>
          </a:prstGeom>
          <a:solidFill>
            <a:srgbClr val="008BEF"/>
          </a:solidFill>
          <a:ln w="12700">
            <a:solidFill>
              <a:srgbClr val="FFFFFF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 sz="1400">
                <a:solidFill>
                  <a:srgbClr val="FFFFFF"/>
                </a:solidFill>
                <a:latin typeface="Krona One"/>
              </a:defRPr>
            </a:pPr>
            <a:r>
              <a:rPr lang="en-GB" sz="1400" b="0">
                <a:solidFill>
                  <a:srgbClr val="FFFFFF"/>
                </a:solidFill>
                <a:latin typeface="Krona One"/>
              </a:rPr>
              <a:t>1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B5C1D93-E122-3BEF-AA21-4E8F7A927E99}"/>
              </a:ext>
            </a:extLst>
          </p:cNvPr>
          <p:cNvSpPr/>
          <p:nvPr/>
        </p:nvSpPr>
        <p:spPr>
          <a:xfrm>
            <a:off x="10362142" y="4045100"/>
            <a:ext cx="502920" cy="502920"/>
          </a:xfrm>
          <a:prstGeom prst="ellipse">
            <a:avLst/>
          </a:prstGeom>
          <a:solidFill>
            <a:srgbClr val="008BEF"/>
          </a:solidFill>
          <a:ln w="12700">
            <a:solidFill>
              <a:srgbClr val="FFFFFF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 sz="1400">
                <a:solidFill>
                  <a:srgbClr val="FFFFFF"/>
                </a:solidFill>
                <a:latin typeface="Krona One"/>
              </a:defRPr>
            </a:pPr>
            <a:r>
              <a:rPr lang="en-GB" sz="1400" b="0">
                <a:solidFill>
                  <a:srgbClr val="FFFFFF"/>
                </a:solidFill>
                <a:latin typeface="Krona One"/>
              </a:rPr>
              <a:t>2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D1FEA43-2D71-2A62-1E69-D20943EC8A70}"/>
              </a:ext>
            </a:extLst>
          </p:cNvPr>
          <p:cNvSpPr/>
          <p:nvPr/>
        </p:nvSpPr>
        <p:spPr>
          <a:xfrm>
            <a:off x="1891667" y="1410656"/>
            <a:ext cx="502920" cy="502920"/>
          </a:xfrm>
          <a:prstGeom prst="ellipse">
            <a:avLst/>
          </a:prstGeom>
          <a:solidFill>
            <a:srgbClr val="008BEF"/>
          </a:solidFill>
          <a:ln w="12700">
            <a:solidFill>
              <a:srgbClr val="FFFFFF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 sz="1400">
                <a:solidFill>
                  <a:srgbClr val="FFFFFF"/>
                </a:solidFill>
                <a:latin typeface="Krona One"/>
              </a:defRPr>
            </a:pPr>
            <a:r>
              <a:rPr lang="en-GB" sz="1400" b="0">
                <a:solidFill>
                  <a:srgbClr val="FFFFFF"/>
                </a:solidFill>
                <a:latin typeface="Krona One"/>
              </a:rPr>
              <a:t>3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559DC54-6317-CC7B-AA93-A90858550D26}"/>
              </a:ext>
            </a:extLst>
          </p:cNvPr>
          <p:cNvSpPr/>
          <p:nvPr/>
        </p:nvSpPr>
        <p:spPr>
          <a:xfrm>
            <a:off x="1881083" y="4025525"/>
            <a:ext cx="502920" cy="502920"/>
          </a:xfrm>
          <a:prstGeom prst="ellipse">
            <a:avLst/>
          </a:prstGeom>
          <a:solidFill>
            <a:srgbClr val="008BEF"/>
          </a:solidFill>
          <a:ln w="12700">
            <a:solidFill>
              <a:srgbClr val="FFFFFF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 sz="1400">
                <a:solidFill>
                  <a:srgbClr val="FFFFFF"/>
                </a:solidFill>
                <a:latin typeface="Krona One"/>
              </a:defRPr>
            </a:pPr>
            <a:r>
              <a:rPr lang="en-GB" sz="1400" b="0">
                <a:solidFill>
                  <a:srgbClr val="FFFFFF"/>
                </a:solidFill>
                <a:latin typeface="Krona One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7608" y="502920"/>
            <a:ext cx="8046720" cy="9418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1BDBB0"/>
                </a:solidFill>
                <a:latin typeface="Krona One"/>
              </a:defRPr>
            </a:pPr>
            <a:r>
              <a:rPr lang="en-GB" sz="3600" b="0">
                <a:solidFill>
                  <a:srgbClr val="1BDBB0"/>
                </a:solidFill>
                <a:latin typeface="Krona One"/>
              </a:rPr>
              <a:t>Passion and requirement</a:t>
            </a:r>
          </a:p>
        </p:txBody>
      </p:sp>
      <p:sp>
        <p:nvSpPr>
          <p:cNvPr id="20" name="object 3"/>
          <p:cNvSpPr txBox="1"/>
          <p:nvPr/>
        </p:nvSpPr>
        <p:spPr>
          <a:xfrm>
            <a:off x="8750808" y="548640"/>
            <a:ext cx="1965960" cy="384048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>
              <a:defRPr sz="950">
                <a:solidFill>
                  <a:srgbClr val="008BEF"/>
                </a:solidFill>
                <a:latin typeface="Krona One"/>
              </a:defRPr>
            </a:pPr>
            <a:r>
              <a:rPr lang="en-GB" sz="950" b="0">
                <a:solidFill>
                  <a:srgbClr val="008BEF"/>
                </a:solidFill>
                <a:latin typeface="Krona One"/>
              </a:rPr>
              <a:t>SOUTH COAST</a:t>
            </a:r>
          </a:p>
          <a:p>
            <a:pPr>
              <a:defRPr sz="950">
                <a:solidFill>
                  <a:srgbClr val="008BEF"/>
                </a:solidFill>
                <a:latin typeface="Krona One"/>
              </a:defRPr>
            </a:pPr>
            <a:r>
              <a:rPr lang="en-GB" sz="950" b="0">
                <a:solidFill>
                  <a:srgbClr val="008BEF"/>
                </a:solidFill>
                <a:latin typeface="Krona One"/>
              </a:rPr>
              <a:t>USER GROUP</a:t>
            </a:r>
          </a:p>
        </p:txBody>
      </p:sp>
      <p:sp>
        <p:nvSpPr>
          <p:cNvPr id="21" name="object 4"/>
          <p:cNvSpPr txBox="1"/>
          <p:nvPr/>
        </p:nvSpPr>
        <p:spPr>
          <a:xfrm>
            <a:off x="8750808" y="969264"/>
            <a:ext cx="1965960" cy="210312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marR="5080" indent="166370" algn="l">
              <a:lnSpc>
                <a:spcPct val="100000"/>
              </a:lnSpc>
              <a:spcBef>
                <a:spcPts val="100"/>
              </a:spcBef>
              <a:defRPr sz="850">
                <a:solidFill>
                  <a:srgbClr val="1D2842"/>
                </a:solidFill>
                <a:latin typeface="Krona One"/>
              </a:defRPr>
            </a:pPr>
            <a:r>
              <a:rPr lang="en-GB" sz="850" b="0">
                <a:solidFill>
                  <a:srgbClr val="1D2842"/>
                </a:solidFill>
                <a:latin typeface="Krona One"/>
                <a:cs typeface="Krona One"/>
              </a:rPr>
              <a:t>23</a:t>
            </a:r>
            <a:r>
              <a:rPr lang="en-GB" sz="850" b="0" baseline="30000">
                <a:solidFill>
                  <a:srgbClr val="1D2842"/>
                </a:solidFill>
                <a:latin typeface="Krona One"/>
                <a:cs typeface="Krona One"/>
              </a:rPr>
              <a:t>RD</a:t>
            </a:r>
            <a:r>
              <a:rPr lang="en-GB" sz="850" b="0">
                <a:solidFill>
                  <a:srgbClr val="1D2842"/>
                </a:solidFill>
                <a:latin typeface="Krona One"/>
                <a:cs typeface="Krona One"/>
              </a:rPr>
              <a:t> OCTOBER 2026</a:t>
            </a:r>
            <a:endParaRPr sz="1300">
              <a:latin typeface="Krona One"/>
              <a:cs typeface="Krona One"/>
            </a:endParaRPr>
          </a:p>
        </p:txBody>
      </p:sp>
      <p:pic>
        <p:nvPicPr>
          <p:cNvPr id="22" name="Picture 25" descr="Meetup - Wikipedia">
            <a:extLst>
              <a:ext uri="{FF2B5EF4-FFF2-40B4-BE49-F238E27FC236}">
                <a16:creationId xmlns:a16="http://schemas.microsoft.com/office/drawing/2014/main" id="{1F875E31-D75C-D4D6-7D46-70E072C46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1579" y="320150"/>
            <a:ext cx="803370" cy="769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9447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5608A3-9322-36F8-1712-CE7804A509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" y="1481328"/>
            <a:ext cx="3977639" cy="3977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n infographic showing examples of motivating factors and hygiene factors of the Herzberg theory. ">
            <a:extLst>
              <a:ext uri="{FF2B5EF4-FFF2-40B4-BE49-F238E27FC236}">
                <a16:creationId xmlns:a16="http://schemas.microsoft.com/office/drawing/2014/main" id="{3EC31218-2396-2ED8-EE73-6773648F8A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1481328"/>
            <a:ext cx="5303520" cy="3977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527608" y="502920"/>
            <a:ext cx="8046720" cy="9418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BDBB0"/>
                </a:solidFill>
                <a:latin typeface="Krona One"/>
              </a:defRPr>
            </a:pPr>
            <a:r>
              <a:rPr lang="en-GB" sz="2900" b="0">
                <a:solidFill>
                  <a:srgbClr val="1BDBB0"/>
                </a:solidFill>
                <a:latin typeface="Krona One"/>
              </a:rPr>
              <a:t>Motivation and human needs</a:t>
            </a:r>
          </a:p>
        </p:txBody>
      </p:sp>
      <p:sp>
        <p:nvSpPr>
          <p:cNvPr id="7" name="object 3"/>
          <p:cNvSpPr txBox="1"/>
          <p:nvPr/>
        </p:nvSpPr>
        <p:spPr>
          <a:xfrm>
            <a:off x="8750808" y="548640"/>
            <a:ext cx="1965960" cy="384048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>
              <a:defRPr sz="950">
                <a:solidFill>
                  <a:srgbClr val="008BEF"/>
                </a:solidFill>
                <a:latin typeface="Krona One"/>
              </a:defRPr>
            </a:pPr>
            <a:r>
              <a:rPr lang="en-GB" sz="950" b="0">
                <a:solidFill>
                  <a:srgbClr val="008BEF"/>
                </a:solidFill>
                <a:latin typeface="Krona One"/>
              </a:rPr>
              <a:t>SOUTH COAST</a:t>
            </a:r>
          </a:p>
          <a:p>
            <a:pPr>
              <a:defRPr sz="950">
                <a:solidFill>
                  <a:srgbClr val="008BEF"/>
                </a:solidFill>
                <a:latin typeface="Krona One"/>
              </a:defRPr>
            </a:pPr>
            <a:r>
              <a:rPr lang="en-GB" sz="950" b="0">
                <a:solidFill>
                  <a:srgbClr val="008BEF"/>
                </a:solidFill>
                <a:latin typeface="Krona One"/>
              </a:rPr>
              <a:t>USER GROUP</a:t>
            </a:r>
          </a:p>
        </p:txBody>
      </p:sp>
      <p:sp>
        <p:nvSpPr>
          <p:cNvPr id="8" name="object 4"/>
          <p:cNvSpPr txBox="1"/>
          <p:nvPr/>
        </p:nvSpPr>
        <p:spPr>
          <a:xfrm>
            <a:off x="8750808" y="969264"/>
            <a:ext cx="1965960" cy="210312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marR="5080" indent="166370" algn="l">
              <a:lnSpc>
                <a:spcPct val="100000"/>
              </a:lnSpc>
              <a:spcBef>
                <a:spcPts val="100"/>
              </a:spcBef>
              <a:defRPr sz="850">
                <a:solidFill>
                  <a:srgbClr val="1D2842"/>
                </a:solidFill>
                <a:latin typeface="Krona One"/>
              </a:defRPr>
            </a:pPr>
            <a:r>
              <a:rPr lang="en-GB" sz="850" b="0">
                <a:solidFill>
                  <a:srgbClr val="1D2842"/>
                </a:solidFill>
                <a:latin typeface="Krona One"/>
                <a:cs typeface="Krona One"/>
              </a:rPr>
              <a:t>23</a:t>
            </a:r>
            <a:r>
              <a:rPr lang="en-GB" sz="850" b="0" baseline="30000">
                <a:solidFill>
                  <a:srgbClr val="1D2842"/>
                </a:solidFill>
                <a:latin typeface="Krona One"/>
                <a:cs typeface="Krona One"/>
              </a:rPr>
              <a:t>RD</a:t>
            </a:r>
            <a:r>
              <a:rPr lang="en-GB" sz="850" b="0">
                <a:solidFill>
                  <a:srgbClr val="1D2842"/>
                </a:solidFill>
                <a:latin typeface="Krona One"/>
                <a:cs typeface="Krona One"/>
              </a:rPr>
              <a:t> OCTOBER 2026</a:t>
            </a:r>
            <a:endParaRPr sz="1300">
              <a:latin typeface="Krona One"/>
              <a:cs typeface="Krona One"/>
            </a:endParaRPr>
          </a:p>
        </p:txBody>
      </p:sp>
      <p:pic>
        <p:nvPicPr>
          <p:cNvPr id="9" name="Picture 25" descr="Meetup - Wikipedia">
            <a:extLst>
              <a:ext uri="{FF2B5EF4-FFF2-40B4-BE49-F238E27FC236}">
                <a16:creationId xmlns:a16="http://schemas.microsoft.com/office/drawing/2014/main" id="{1F875E31-D75C-D4D6-7D46-70E072C463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6600" y="320150"/>
            <a:ext cx="933329" cy="89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8533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onflict Management Styles Worksheet">
            <a:extLst>
              <a:ext uri="{FF2B5EF4-FFF2-40B4-BE49-F238E27FC236}">
                <a16:creationId xmlns:a16="http://schemas.microsoft.com/office/drawing/2014/main" id="{A9CCF8F5-9AD1-26E6-C2F4-26AFB8A900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218163" y="1481328"/>
            <a:ext cx="5725192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7608" y="502920"/>
            <a:ext cx="8046720" cy="9418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1BDBB0"/>
                </a:solidFill>
                <a:latin typeface="Krona One"/>
              </a:defRPr>
            </a:pPr>
            <a:r>
              <a:rPr lang="en-GB" sz="3600" b="0">
                <a:solidFill>
                  <a:srgbClr val="1BDBB0"/>
                </a:solidFill>
                <a:latin typeface="Krona One"/>
              </a:rPr>
              <a:t>Conflict management</a:t>
            </a:r>
          </a:p>
        </p:txBody>
      </p:sp>
      <p:sp>
        <p:nvSpPr>
          <p:cNvPr id="6" name="object 3"/>
          <p:cNvSpPr txBox="1"/>
          <p:nvPr/>
        </p:nvSpPr>
        <p:spPr>
          <a:xfrm>
            <a:off x="8750808" y="548640"/>
            <a:ext cx="1965960" cy="384048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>
              <a:defRPr sz="950">
                <a:solidFill>
                  <a:srgbClr val="008BEF"/>
                </a:solidFill>
                <a:latin typeface="Krona One"/>
              </a:defRPr>
            </a:pPr>
            <a:r>
              <a:rPr lang="en-GB" sz="950" b="0">
                <a:solidFill>
                  <a:srgbClr val="008BEF"/>
                </a:solidFill>
                <a:latin typeface="Krona One"/>
              </a:rPr>
              <a:t>SOUTH COAST</a:t>
            </a:r>
          </a:p>
          <a:p>
            <a:pPr>
              <a:defRPr sz="950">
                <a:solidFill>
                  <a:srgbClr val="008BEF"/>
                </a:solidFill>
                <a:latin typeface="Krona One"/>
              </a:defRPr>
            </a:pPr>
            <a:r>
              <a:rPr lang="en-GB" sz="950" b="0">
                <a:solidFill>
                  <a:srgbClr val="008BEF"/>
                </a:solidFill>
                <a:latin typeface="Krona One"/>
              </a:rPr>
              <a:t>USER GROUP</a:t>
            </a:r>
          </a:p>
        </p:txBody>
      </p:sp>
      <p:sp>
        <p:nvSpPr>
          <p:cNvPr id="7" name="object 4"/>
          <p:cNvSpPr txBox="1"/>
          <p:nvPr/>
        </p:nvSpPr>
        <p:spPr>
          <a:xfrm>
            <a:off x="8750808" y="969264"/>
            <a:ext cx="1965960" cy="210312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marR="5080" indent="166370" algn="l">
              <a:lnSpc>
                <a:spcPct val="100000"/>
              </a:lnSpc>
              <a:spcBef>
                <a:spcPts val="100"/>
              </a:spcBef>
              <a:defRPr sz="850">
                <a:solidFill>
                  <a:srgbClr val="1D2842"/>
                </a:solidFill>
                <a:latin typeface="Krona One"/>
              </a:defRPr>
            </a:pPr>
            <a:r>
              <a:rPr lang="en-GB" sz="850" b="0">
                <a:solidFill>
                  <a:srgbClr val="1D2842"/>
                </a:solidFill>
                <a:latin typeface="Krona One"/>
                <a:cs typeface="Krona One"/>
              </a:rPr>
              <a:t>23</a:t>
            </a:r>
            <a:r>
              <a:rPr lang="en-GB" sz="850" b="0" baseline="30000">
                <a:solidFill>
                  <a:srgbClr val="1D2842"/>
                </a:solidFill>
                <a:latin typeface="Krona One"/>
                <a:cs typeface="Krona One"/>
              </a:rPr>
              <a:t>RD</a:t>
            </a:r>
            <a:r>
              <a:rPr lang="en-GB" sz="850" b="0">
                <a:solidFill>
                  <a:srgbClr val="1D2842"/>
                </a:solidFill>
                <a:latin typeface="Krona One"/>
                <a:cs typeface="Krona One"/>
              </a:rPr>
              <a:t> OCTOBER 2026</a:t>
            </a:r>
            <a:endParaRPr sz="1300">
              <a:latin typeface="Krona One"/>
              <a:cs typeface="Krona One"/>
            </a:endParaRPr>
          </a:p>
        </p:txBody>
      </p:sp>
      <p:pic>
        <p:nvPicPr>
          <p:cNvPr id="8" name="Picture 25" descr="Meetup - Wikipedia">
            <a:extLst>
              <a:ext uri="{FF2B5EF4-FFF2-40B4-BE49-F238E27FC236}">
                <a16:creationId xmlns:a16="http://schemas.microsoft.com/office/drawing/2014/main" id="{1F875E31-D75C-D4D6-7D46-70E072C463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320150"/>
            <a:ext cx="933329" cy="89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5284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88E55BC-CE61-ED1F-4406-0C7875787779}"/>
              </a:ext>
            </a:extLst>
          </p:cNvPr>
          <p:cNvSpPr txBox="1"/>
          <p:nvPr/>
        </p:nvSpPr>
        <p:spPr>
          <a:xfrm>
            <a:off x="594360" y="2496312"/>
            <a:ext cx="3474720" cy="27157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900"/>
              </a:spcAft>
              <a:defRPr sz="1600" b="0">
                <a:solidFill>
                  <a:srgbClr val="1D2842"/>
                </a:solidFill>
                <a:latin typeface="Krona One"/>
              </a:defRPr>
            </a:pPr>
            <a:r>
              <a:rPr lang="en-GB"/>
              <a:t>Think, challenge and consult.</a:t>
            </a:r>
            <a:endParaRPr lang="en-GB" sz="1867">
              <a:solidFill>
                <a:schemeClr val="bg1"/>
              </a:solidFill>
              <a:latin typeface="Krona One"/>
              <a:ea typeface="Krona One"/>
              <a:cs typeface="Krona One"/>
            </a:endParaRPr>
          </a:p>
          <a:p>
            <a:pPr>
              <a:lnSpc>
                <a:spcPct val="110000"/>
              </a:lnSpc>
              <a:spcAft>
                <a:spcPts val="1900"/>
              </a:spcAft>
              <a:defRPr sz="1600" b="0">
                <a:solidFill>
                  <a:srgbClr val="1D2842"/>
                </a:solidFill>
                <a:latin typeface="Krona One"/>
              </a:defRPr>
            </a:pPr>
            <a:r>
              <a:rPr lang="en-GB"/>
              <a:t>Develop human skills alongside technical skills.</a:t>
            </a:r>
          </a:p>
          <a:p>
            <a:pPr>
              <a:lnSpc>
                <a:spcPct val="110000"/>
              </a:lnSpc>
              <a:spcAft>
                <a:spcPts val="1900"/>
              </a:spcAft>
              <a:defRPr sz="1600" b="0">
                <a:solidFill>
                  <a:srgbClr val="1D2842"/>
                </a:solidFill>
                <a:latin typeface="Krona One"/>
              </a:defRPr>
            </a:pPr>
            <a:r>
              <a:rPr lang="en-GB"/>
              <a:t>Adapt leadership to the situation.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0155504-F779-7C98-F73A-6A407202D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608" y="502920"/>
            <a:ext cx="8046720" cy="941832"/>
          </a:xfr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1BDBB0"/>
                </a:solidFill>
                <a:latin typeface="Krona One"/>
              </a:defRPr>
            </a:pPr>
            <a:r>
              <a:rPr lang="en-GB" sz="3600" b="0">
                <a:solidFill>
                  <a:srgbClr val="1BDBB0"/>
                </a:solidFill>
                <a:latin typeface="Krona One"/>
              </a:rPr>
              <a:t>Closing thoughts</a:t>
            </a:r>
          </a:p>
        </p:txBody>
      </p:sp>
      <p:sp>
        <p:nvSpPr>
          <p:cNvPr id="5" name="object 3"/>
          <p:cNvSpPr txBox="1"/>
          <p:nvPr/>
        </p:nvSpPr>
        <p:spPr>
          <a:xfrm>
            <a:off x="8750808" y="548640"/>
            <a:ext cx="1965960" cy="384048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>
              <a:defRPr sz="950">
                <a:solidFill>
                  <a:srgbClr val="008BEF"/>
                </a:solidFill>
                <a:latin typeface="Krona One"/>
              </a:defRPr>
            </a:pPr>
            <a:r>
              <a:rPr sz="950" b="0">
                <a:solidFill>
                  <a:srgbClr val="008BEF"/>
                </a:solidFill>
                <a:latin typeface="Krona One"/>
              </a:rPr>
              <a:t>SOUTH COAST</a:t>
            </a:r>
          </a:p>
          <a:p>
            <a:pPr>
              <a:defRPr sz="950">
                <a:solidFill>
                  <a:srgbClr val="008BEF"/>
                </a:solidFill>
                <a:latin typeface="Krona One"/>
              </a:defRPr>
            </a:pPr>
            <a:r>
              <a:rPr sz="950" b="0">
                <a:solidFill>
                  <a:srgbClr val="008BEF"/>
                </a:solidFill>
                <a:latin typeface="Krona One"/>
              </a:rPr>
              <a:t>USER GROUP</a:t>
            </a:r>
          </a:p>
        </p:txBody>
      </p:sp>
      <p:sp>
        <p:nvSpPr>
          <p:cNvPr id="6" name="object 4"/>
          <p:cNvSpPr txBox="1"/>
          <p:nvPr/>
        </p:nvSpPr>
        <p:spPr>
          <a:xfrm>
            <a:off x="8750808" y="969264"/>
            <a:ext cx="1965960" cy="210312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marR="5080" indent="166370" algn="l">
              <a:lnSpc>
                <a:spcPct val="100000"/>
              </a:lnSpc>
              <a:spcBef>
                <a:spcPts val="100"/>
              </a:spcBef>
              <a:defRPr sz="850">
                <a:solidFill>
                  <a:srgbClr val="1D2842"/>
                </a:solidFill>
                <a:latin typeface="Krona One"/>
              </a:defRPr>
            </a:pPr>
            <a:r>
              <a:rPr lang="en-GB" sz="850" b="0">
                <a:solidFill>
                  <a:srgbClr val="1D2842"/>
                </a:solidFill>
                <a:latin typeface="Krona One"/>
                <a:cs typeface="Krona One"/>
              </a:rPr>
              <a:t>23</a:t>
            </a:r>
            <a:r>
              <a:rPr lang="en-GB" sz="850" b="0" baseline="30000">
                <a:solidFill>
                  <a:srgbClr val="1D2842"/>
                </a:solidFill>
                <a:latin typeface="Krona One"/>
                <a:cs typeface="Krona One"/>
              </a:rPr>
              <a:t>RD</a:t>
            </a:r>
            <a:r>
              <a:rPr lang="en-GB" sz="850" b="0">
                <a:solidFill>
                  <a:srgbClr val="1D2842"/>
                </a:solidFill>
                <a:latin typeface="Krona One"/>
                <a:cs typeface="Krona One"/>
              </a:rPr>
              <a:t> OCTOBER 2026</a:t>
            </a:r>
            <a:endParaRPr sz="1300">
              <a:latin typeface="Krona One"/>
              <a:cs typeface="Krona One"/>
            </a:endParaRPr>
          </a:p>
        </p:txBody>
      </p:sp>
      <p:pic>
        <p:nvPicPr>
          <p:cNvPr id="7" name="Picture 25" descr="Meetup - Wikipedia">
            <a:extLst>
              <a:ext uri="{FF2B5EF4-FFF2-40B4-BE49-F238E27FC236}">
                <a16:creationId xmlns:a16="http://schemas.microsoft.com/office/drawing/2014/main" id="{1F875E31-D75C-D4D6-7D46-70E072C46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320150"/>
            <a:ext cx="933329" cy="894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1673352"/>
            <a:ext cx="3566160" cy="5943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2000" b="0">
                <a:solidFill>
                  <a:srgbClr val="008BEF"/>
                </a:solidFill>
                <a:latin typeface="Krona One"/>
              </a:defRPr>
            </a:pPr>
            <a:r>
              <a:t>Consulting mindset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62272" y="1673352"/>
            <a:ext cx="3566160" cy="5943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2000" b="0">
                <a:solidFill>
                  <a:srgbClr val="008BEF"/>
                </a:solidFill>
                <a:latin typeface="Krona One"/>
              </a:defRPr>
            </a:pPr>
            <a:r>
              <a:t>Client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2272" y="2496312"/>
            <a:ext cx="3474720" cy="27157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Aft>
                <a:spcPts val="1900"/>
              </a:spcAft>
              <a:defRPr sz="1600" b="0">
                <a:solidFill>
                  <a:srgbClr val="1D2842"/>
                </a:solidFill>
                <a:latin typeface="Krona One"/>
              </a:defRPr>
            </a:pPr>
            <a:r>
              <a:t>Prioritise value over functionality.</a:t>
            </a:r>
          </a:p>
          <a:p>
            <a:pPr>
              <a:lnSpc>
                <a:spcPct val="110000"/>
              </a:lnSpc>
              <a:spcAft>
                <a:spcPts val="1900"/>
              </a:spcAft>
              <a:defRPr sz="1600" b="0">
                <a:solidFill>
                  <a:srgbClr val="1D2842"/>
                </a:solidFill>
                <a:latin typeface="Krona One"/>
              </a:defRPr>
            </a:pPr>
            <a:r>
              <a:t>Question assumptions and find the why.</a:t>
            </a:r>
          </a:p>
          <a:p>
            <a:pPr>
              <a:lnSpc>
                <a:spcPct val="110000"/>
              </a:lnSpc>
              <a:spcAft>
                <a:spcPts val="1900"/>
              </a:spcAft>
              <a:defRPr sz="1600" b="0">
                <a:solidFill>
                  <a:srgbClr val="1D2842"/>
                </a:solidFill>
                <a:latin typeface="Krona One"/>
              </a:defRPr>
            </a:pPr>
            <a:r>
              <a:t>Free has a cost. More is not always better.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0184" y="1673352"/>
            <a:ext cx="3566160" cy="5943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2000" b="0">
                <a:solidFill>
                  <a:srgbClr val="008BEF"/>
                </a:solidFill>
                <a:latin typeface="Krona One"/>
              </a:defRPr>
            </a:pPr>
            <a:r>
              <a:t>Delivery habits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0184" y="2496312"/>
            <a:ext cx="3474720" cy="27157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Aft>
                <a:spcPts val="1900"/>
              </a:spcAft>
              <a:defRPr sz="1600" b="0">
                <a:solidFill>
                  <a:srgbClr val="1D2842"/>
                </a:solidFill>
                <a:latin typeface="Krona One"/>
              </a:defRPr>
            </a:pPr>
            <a:r>
              <a:t>Use RAID and RAAIDD to protect delivery.</a:t>
            </a:r>
          </a:p>
          <a:p>
            <a:pPr>
              <a:lnSpc>
                <a:spcPct val="110000"/>
              </a:lnSpc>
              <a:spcAft>
                <a:spcPts val="1900"/>
              </a:spcAft>
              <a:defRPr sz="1600" b="0">
                <a:solidFill>
                  <a:srgbClr val="1D2842"/>
                </a:solidFill>
                <a:latin typeface="Krona One"/>
              </a:defRPr>
            </a:pPr>
            <a:r>
              <a:t>Think long term.</a:t>
            </a:r>
          </a:p>
          <a:p>
            <a:pPr>
              <a:lnSpc>
                <a:spcPct val="110000"/>
              </a:lnSpc>
              <a:spcAft>
                <a:spcPts val="1900"/>
              </a:spcAft>
              <a:defRPr sz="1600" b="0">
                <a:solidFill>
                  <a:srgbClr val="1D2842"/>
                </a:solidFill>
                <a:latin typeface="Krona One"/>
              </a:defRPr>
            </a:pPr>
            <a:r>
              <a:t>Treat others as you want to be treated.</a:t>
            </a:r>
          </a:p>
        </p:txBody>
      </p:sp>
    </p:spTree>
    <p:extLst>
      <p:ext uri="{BB962C8B-B14F-4D97-AF65-F5344CB8AC3E}">
        <p14:creationId xmlns:p14="http://schemas.microsoft.com/office/powerpoint/2010/main" val="37187406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855BD19-9189-2C08-C1C1-0667B2F03C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0819" y="1737360"/>
            <a:ext cx="10789920" cy="1280160"/>
          </a:xfrm>
          <a:noFill/>
          <a:ln>
            <a:noFill/>
          </a:ln>
        </p:spPr>
        <p:txBody>
          <a:bodyPr wrap="square" tIns="0" bIns="0">
            <a:noAutofit/>
          </a:bodyPr>
          <a:lstStyle/>
          <a:p>
            <a:pPr>
              <a:defRPr sz="3800" b="1">
                <a:solidFill>
                  <a:srgbClr val="1BDBB0"/>
                </a:solidFill>
                <a:latin typeface="Krona One"/>
              </a:defRPr>
            </a:pPr>
            <a:r>
              <a:rPr lang="en-GB" sz="3800" b="0">
                <a:solidFill>
                  <a:srgbClr val="1BDBB0"/>
                </a:solidFill>
                <a:latin typeface="Krona One"/>
              </a:rPr>
              <a:t>Questions &amp; discussion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B0C4A2E5-FCDE-09F3-38DD-D2D9B1F3B0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0819" y="3108960"/>
            <a:ext cx="10058400" cy="914400"/>
          </a:xfrm>
          <a:noFill/>
          <a:ln>
            <a:noFill/>
          </a:ln>
        </p:spPr>
        <p:txBody>
          <a:bodyPr wrap="square" tIns="0" bIns="0">
            <a:noAutofit/>
          </a:bodyPr>
          <a:lstStyle/>
          <a:p>
            <a:pPr>
              <a:defRPr sz="2200">
                <a:solidFill>
                  <a:srgbClr val="1D2842"/>
                </a:solidFill>
                <a:latin typeface="Krona One"/>
              </a:defRPr>
            </a:pPr>
            <a:r>
              <a:rPr lang="en-GB" sz="2200" b="0">
                <a:solidFill>
                  <a:srgbClr val="1D2842"/>
                </a:solidFill>
                <a:latin typeface="Krona One"/>
              </a:rPr>
              <a:t>What would you change in your consulting practice?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0819" y="4572000"/>
            <a:ext cx="9144000" cy="594360"/>
          </a:xfrm>
          <a:prstGeom prst="rect">
            <a:avLst/>
          </a:prstGeom>
          <a:noFill/>
        </p:spPr>
        <p:txBody>
          <a:bodyPr wrap="square" tIns="0" bIns="0">
            <a:noAutofit/>
          </a:bodyPr>
          <a:lstStyle/>
          <a:p>
            <a:pPr>
              <a:defRPr sz="2600" b="1">
                <a:solidFill>
                  <a:srgbClr val="008BEF"/>
                </a:solidFill>
                <a:latin typeface="Krona One"/>
              </a:defRPr>
            </a:pPr>
            <a:r>
              <a:rPr lang="en-GB" sz="2600" b="0">
                <a:solidFill>
                  <a:srgbClr val="008BEF"/>
                </a:solidFill>
                <a:latin typeface="Krona One"/>
              </a:rPr>
              <a:t>Thank you</a:t>
            </a:r>
          </a:p>
        </p:txBody>
      </p:sp>
      <p:sp>
        <p:nvSpPr>
          <p:cNvPr id="13" name="object 3"/>
          <p:cNvSpPr txBox="1"/>
          <p:nvPr/>
        </p:nvSpPr>
        <p:spPr>
          <a:xfrm>
            <a:off x="8750808" y="548640"/>
            <a:ext cx="1965960" cy="384048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>
              <a:defRPr sz="950">
                <a:solidFill>
                  <a:srgbClr val="008BEF"/>
                </a:solidFill>
                <a:latin typeface="Krona One"/>
              </a:defRPr>
            </a:pPr>
            <a:r>
              <a:rPr sz="950" b="0">
                <a:solidFill>
                  <a:srgbClr val="008BEF"/>
                </a:solidFill>
                <a:latin typeface="Krona One"/>
              </a:rPr>
              <a:t>SOUTH COAST</a:t>
            </a:r>
          </a:p>
          <a:p>
            <a:pPr>
              <a:defRPr sz="950">
                <a:solidFill>
                  <a:srgbClr val="008BEF"/>
                </a:solidFill>
                <a:latin typeface="Krona One"/>
              </a:defRPr>
            </a:pPr>
            <a:r>
              <a:rPr sz="950" b="0">
                <a:solidFill>
                  <a:srgbClr val="008BEF"/>
                </a:solidFill>
                <a:latin typeface="Krona One"/>
              </a:rPr>
              <a:t>USER GROUP</a:t>
            </a:r>
          </a:p>
        </p:txBody>
      </p:sp>
      <p:sp>
        <p:nvSpPr>
          <p:cNvPr id="14" name="object 4"/>
          <p:cNvSpPr txBox="1"/>
          <p:nvPr/>
        </p:nvSpPr>
        <p:spPr>
          <a:xfrm>
            <a:off x="8750808" y="969264"/>
            <a:ext cx="1965960" cy="210312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marR="5080" indent="166370" algn="l">
              <a:lnSpc>
                <a:spcPct val="100000"/>
              </a:lnSpc>
              <a:spcBef>
                <a:spcPts val="100"/>
              </a:spcBef>
              <a:defRPr sz="850">
                <a:solidFill>
                  <a:srgbClr val="1D2842"/>
                </a:solidFill>
                <a:latin typeface="Krona One"/>
              </a:defRPr>
            </a:pPr>
            <a:r>
              <a:rPr lang="en-GB" sz="850" b="0">
                <a:solidFill>
                  <a:srgbClr val="1D2842"/>
                </a:solidFill>
                <a:latin typeface="Krona One"/>
                <a:cs typeface="Krona One"/>
              </a:rPr>
              <a:t>23</a:t>
            </a:r>
            <a:r>
              <a:rPr lang="en-GB" sz="850" b="0" baseline="30000">
                <a:solidFill>
                  <a:srgbClr val="1D2842"/>
                </a:solidFill>
                <a:latin typeface="Krona One"/>
                <a:cs typeface="Krona One"/>
              </a:rPr>
              <a:t>RD</a:t>
            </a:r>
            <a:r>
              <a:rPr lang="en-GB" sz="850" b="0">
                <a:solidFill>
                  <a:srgbClr val="1D2842"/>
                </a:solidFill>
                <a:latin typeface="Krona One"/>
                <a:cs typeface="Krona One"/>
              </a:rPr>
              <a:t> OCTOBER 2026</a:t>
            </a:r>
            <a:endParaRPr sz="1300">
              <a:latin typeface="Krona One"/>
              <a:cs typeface="Krona One"/>
            </a:endParaRPr>
          </a:p>
        </p:txBody>
      </p:sp>
      <p:pic>
        <p:nvPicPr>
          <p:cNvPr id="15" name="Picture 25" descr="Meetup - Wikipedia">
            <a:extLst>
              <a:ext uri="{FF2B5EF4-FFF2-40B4-BE49-F238E27FC236}">
                <a16:creationId xmlns:a16="http://schemas.microsoft.com/office/drawing/2014/main" id="{1F875E31-D75C-D4D6-7D46-70E072C46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320150"/>
            <a:ext cx="933329" cy="8941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7DD1011-9355-CEDF-7189-B8F27D3AFA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4588" y="2018982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1463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502920"/>
            <a:ext cx="107899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3600">
                <a:solidFill>
                  <a:srgbClr val="1BDBB0"/>
                </a:solidFill>
                <a:latin typeface="Krona One"/>
              </a:defRPr>
            </a:pPr>
            <a:r>
              <a:t>Brand guidelines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008BEF"/>
                </a:solidFill>
                <a:latin typeface="Krona One"/>
              </a:defRPr>
            </a:pPr>
            <a:r>
              <a:t>Template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55648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008BEF"/>
                </a:solidFill>
                <a:latin typeface="Krona One"/>
              </a:defRPr>
            </a:pPr>
            <a:r>
              <a:t>COLOUR PALETTE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267712"/>
          <a:ext cx="5230368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D2842"/>
                          </a:solidFill>
                          <a:latin typeface="Krona One"/>
                        </a:defRPr>
                      </a:pPr>
                      <a:endParaRPr/>
                    </a:p>
                  </a:txBody>
                  <a:tcPr marL="137160" marR="54864" marT="82296" marB="0" anchor="ctr">
                    <a:solidFill>
                      <a:srgbClr val="1BDB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D2842"/>
                          </a:solidFill>
                          <a:latin typeface="Krona One"/>
                        </a:defRPr>
                      </a:pPr>
                      <a:r>
                        <a:rPr dirty="0"/>
                        <a:t>Mint</a:t>
                      </a:r>
                    </a:p>
                    <a:p>
                      <a:pPr>
                        <a:defRPr sz="1200" b="0">
                          <a:solidFill>
                            <a:srgbClr val="1D2842"/>
                          </a:solidFill>
                          <a:latin typeface="Krona One"/>
                        </a:defRPr>
                      </a:pPr>
                      <a:r>
                        <a:rPr dirty="0"/>
                        <a:t>#1BDBB0</a:t>
                      </a:r>
                    </a:p>
                  </a:txBody>
                  <a:tcPr marL="137160" marR="54864" marT="82296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D2842"/>
                          </a:solidFill>
                          <a:latin typeface="Krona One"/>
                        </a:defRPr>
                      </a:pPr>
                      <a:r>
                        <a:t>Headings</a:t>
                      </a:r>
                    </a:p>
                  </a:txBody>
                  <a:tcPr marL="137160" marR="54864" marT="82296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D2842"/>
                          </a:solidFill>
                          <a:latin typeface="Krona One"/>
                        </a:defRPr>
                      </a:pPr>
                      <a:endParaRPr/>
                    </a:p>
                  </a:txBody>
                  <a:tcPr marL="137160" marR="54864" marT="82296" marB="0" anchor="ctr">
                    <a:solidFill>
                      <a:srgbClr val="008B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D2842"/>
                          </a:solidFill>
                          <a:latin typeface="Krona One"/>
                        </a:defRPr>
                      </a:pPr>
                      <a:r>
                        <a:t>Blue</a:t>
                      </a:r>
                    </a:p>
                    <a:p>
                      <a:pPr>
                        <a:defRPr sz="1200" b="0">
                          <a:solidFill>
                            <a:srgbClr val="1D2842"/>
                          </a:solidFill>
                          <a:latin typeface="Krona One"/>
                        </a:defRPr>
                      </a:pPr>
                      <a:r>
                        <a:t>#008BEF</a:t>
                      </a:r>
                    </a:p>
                  </a:txBody>
                  <a:tcPr marL="137160" marR="54864" marT="82296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D2842"/>
                          </a:solidFill>
                          <a:latin typeface="Krona One"/>
                        </a:defRPr>
                      </a:pPr>
                      <a:r>
                        <a:t>Accents</a:t>
                      </a:r>
                    </a:p>
                  </a:txBody>
                  <a:tcPr marL="137160" marR="54864" marT="82296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D2842"/>
                          </a:solidFill>
                          <a:latin typeface="Krona One"/>
                        </a:defRPr>
                      </a:pPr>
                      <a:endParaRPr/>
                    </a:p>
                  </a:txBody>
                  <a:tcPr marL="137160" marR="54864" marT="82296" marB="0" anchor="ctr">
                    <a:solidFill>
                      <a:srgbClr val="1D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D2842"/>
                          </a:solidFill>
                          <a:latin typeface="Krona One"/>
                        </a:defRPr>
                      </a:pPr>
                      <a:r>
                        <a:t>Navy</a:t>
                      </a:r>
                    </a:p>
                    <a:p>
                      <a:pPr>
                        <a:defRPr sz="1200" b="0">
                          <a:solidFill>
                            <a:srgbClr val="1D2842"/>
                          </a:solidFill>
                          <a:latin typeface="Krona One"/>
                        </a:defRPr>
                      </a:pPr>
                      <a:r>
                        <a:t>#1D2842</a:t>
                      </a:r>
                    </a:p>
                  </a:txBody>
                  <a:tcPr marL="137160" marR="54864" marT="82296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D2842"/>
                          </a:solidFill>
                          <a:latin typeface="Krona One"/>
                        </a:defRPr>
                      </a:pPr>
                      <a:r>
                        <a:t>Body text</a:t>
                      </a:r>
                    </a:p>
                  </a:txBody>
                  <a:tcPr marL="137160" marR="54864" marT="82296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D2842"/>
                          </a:solidFill>
                          <a:latin typeface="Krona One"/>
                        </a:defRPr>
                      </a:pPr>
                      <a:endParaRPr/>
                    </a:p>
                  </a:txBody>
                  <a:tcPr marL="137160" marR="54864" marT="82296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D2842"/>
                          </a:solidFill>
                          <a:latin typeface="Krona One"/>
                        </a:defRPr>
                      </a:pPr>
                      <a:r>
                        <a:t>White</a:t>
                      </a:r>
                    </a:p>
                    <a:p>
                      <a:pPr>
                        <a:defRPr sz="1200" b="0">
                          <a:solidFill>
                            <a:srgbClr val="1D2842"/>
                          </a:solidFill>
                          <a:latin typeface="Krona One"/>
                        </a:defRPr>
                      </a:pPr>
                      <a:r>
                        <a:t>#FFFFFF</a:t>
                      </a:r>
                    </a:p>
                  </a:txBody>
                  <a:tcPr marL="137160" marR="54864" marT="82296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D2842"/>
                          </a:solidFill>
                          <a:latin typeface="Krona One"/>
                        </a:defRPr>
                      </a:pPr>
                      <a:r>
                        <a:rPr dirty="0"/>
                        <a:t>Content canvas</a:t>
                      </a:r>
                    </a:p>
                  </a:txBody>
                  <a:tcPr marL="137160" marR="54864" marT="82296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1755648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008BEF"/>
                </a:solidFill>
                <a:latin typeface="Krona One"/>
              </a:defRPr>
            </a:pPr>
            <a:r>
              <a:t>TYPOGRAPHY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21992"/>
            <a:ext cx="5120640" cy="448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500">
                <a:solidFill>
                  <a:srgbClr val="1D2842"/>
                </a:solidFill>
                <a:latin typeface="Krona One"/>
              </a:defRPr>
            </a:pPr>
            <a:r>
              <a:t>Krona 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816352"/>
            <a:ext cx="51206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D2842"/>
                </a:solidFill>
                <a:latin typeface="Krona One"/>
              </a:defRPr>
            </a:pPr>
            <a:r>
              <a:t>Mint headings, blue emphasis and navy body text.</a:t>
            </a:r>
          </a:p>
          <a:p>
            <a:pPr>
              <a:spcAft>
                <a:spcPts val="700"/>
              </a:spcAft>
              <a:defRPr sz="1300">
                <a:solidFill>
                  <a:srgbClr val="1D2842"/>
                </a:solidFill>
                <a:latin typeface="Krona One"/>
              </a:defRPr>
            </a:pPr>
            <a:r>
              <a:t>Keep a clear size hierarchy and room for text to breathe.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877056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008BEF"/>
                </a:solidFill>
                <a:latin typeface="Krona One"/>
              </a:defRPr>
            </a:pPr>
            <a:r>
              <a:t>LAYOUT &amp; LOGOS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352544"/>
            <a:ext cx="5166360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D2842"/>
                </a:solidFill>
                <a:latin typeface="Krona One"/>
              </a:defRPr>
            </a:pPr>
            <a:r>
              <a:t>Use the existing slide layouts and branded footer. Keep content above the footer. Preserve logo colours and proportions.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6133D485F15FD429A78163499C26C30" ma:contentTypeVersion="11" ma:contentTypeDescription="Create a new document." ma:contentTypeScope="" ma:versionID="3e2105d676cb234fd39677063fd395e7">
  <xsd:schema xmlns:xsd="http://www.w3.org/2001/XMLSchema" xmlns:xs="http://www.w3.org/2001/XMLSchema" xmlns:p="http://schemas.microsoft.com/office/2006/metadata/properties" xmlns:ns2="dacc88b1-f2ce-4d8a-bc4c-61dcfacb7945" xmlns:ns3="9c17be7b-147a-4c0d-ad5c-47324ac5e86b" targetNamespace="http://schemas.microsoft.com/office/2006/metadata/properties" ma:root="true" ma:fieldsID="1a3071c31b0dfc7f4e90b5508a650fd9" ns2:_="" ns3:_="">
    <xsd:import namespace="dacc88b1-f2ce-4d8a-bc4c-61dcfacb7945"/>
    <xsd:import namespace="9c17be7b-147a-4c0d-ad5c-47324ac5e8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cc88b1-f2ce-4d8a-bc4c-61dcfacb79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f059e2f2-ce70-454d-8b1a-d79eba978c3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17be7b-147a-4c0d-ad5c-47324ac5e86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eebe710-e4c6-435b-bb25-8a0c057145ee}" ma:internalName="TaxCatchAll" ma:showField="CatchAllData" ma:web="9c17be7b-147a-4c0d-ad5c-47324ac5e86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acc88b1-f2ce-4d8a-bc4c-61dcfacb7945">
      <Terms xmlns="http://schemas.microsoft.com/office/infopath/2007/PartnerControls"/>
    </lcf76f155ced4ddcb4097134ff3c332f>
    <TaxCatchAll xmlns="9c17be7b-147a-4c0d-ad5c-47324ac5e86b" xsi:nil="true"/>
  </documentManagement>
</p:properties>
</file>

<file path=customXml/itemProps1.xml><?xml version="1.0" encoding="utf-8"?>
<ds:datastoreItem xmlns:ds="http://schemas.openxmlformats.org/officeDocument/2006/customXml" ds:itemID="{ABC1FC19-3F15-4CF9-8AB4-7849214D63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acc88b1-f2ce-4d8a-bc4c-61dcfacb7945"/>
    <ds:schemaRef ds:uri="9c17be7b-147a-4c0d-ad5c-47324ac5e86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1AA15DD-E7A3-4768-9AA4-79776E81F40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A6907F9-891B-4F1A-8D09-B3AD62897157}">
  <ds:schemaRefs>
    <ds:schemaRef ds:uri="http://schemas.microsoft.com/office/2006/metadata/properties"/>
    <ds:schemaRef ds:uri="http://schemas.microsoft.com/office/infopath/2007/PartnerControls"/>
    <ds:schemaRef ds:uri="44ecb6d3-df4b-4174-9cb3-f49a9721bdd5"/>
    <ds:schemaRef ds:uri="0d258b5b-e0ec-401a-b8d7-38427acc719a"/>
    <ds:schemaRef ds:uri="dacc88b1-f2ce-4d8a-bc4c-61dcfacb7945"/>
    <ds:schemaRef ds:uri="9c17be7b-147a-4c0d-ad5c-47324ac5e86b"/>
  </ds:schemaRefs>
</ds:datastoreItem>
</file>

<file path=docMetadata/LabelInfo.xml><?xml version="1.0" encoding="utf-8"?>
<clbl:labelList xmlns:clbl="http://schemas.microsoft.com/office/2020/mipLabelMetadata">
  <clbl:label id="{4ed8881d-4062-46d6-b0ca-1cc939420954}" enabled="1" method="Privileged" siteId="{deff24bb-2089-4400-8c8e-f71e680378b2}" contentBits="0" removed="0"/>
  <clbl:label id="{63759d9f-bfca-4f52-ae98-8f2f1d7bc173}" enabled="0" method="" siteId="{63759d9f-bfca-4f52-ae98-8f2f1d7bc173}" removed="1"/>
  <clbl:label id="{e760c494-6550-44b4-8258-77c175d778b7}" enabled="1" method="Privileged" siteId="{76a2ae5a-9f00-4f6b-95ed-5d33d77c4d6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673</TotalTime>
  <Words>1004</Words>
  <Application>Microsoft Office PowerPoint</Application>
  <PresentationFormat>Widescreen</PresentationFormat>
  <Paragraphs>264</Paragraphs>
  <Slides>24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Krona One</vt:lpstr>
      <vt:lpstr>Quicksand</vt:lpstr>
      <vt:lpstr>Office Theme</vt:lpstr>
      <vt:lpstr>Human Hack: The Future of Consulting Culture</vt:lpstr>
      <vt:lpstr>THANK YOU TO OUR SPONSORS</vt:lpstr>
      <vt:lpstr>Contributors</vt:lpstr>
      <vt:lpstr>Contributors</vt:lpstr>
      <vt:lpstr>Contributors</vt:lpstr>
      <vt:lpstr>PowerPoint Presentation</vt:lpstr>
      <vt:lpstr>PowerPoint Presentation</vt:lpstr>
      <vt:lpstr>PowerPoint Presentation</vt:lpstr>
      <vt:lpstr>PowerPoint Presentation</vt:lpstr>
      <vt:lpstr>Mercenary Vs Missionary</vt:lpstr>
      <vt:lpstr>Decisions shift with context</vt:lpstr>
      <vt:lpstr>Decisions shift with context</vt:lpstr>
      <vt:lpstr>Effort follows purpose and ownership</vt:lpstr>
      <vt:lpstr>Effort follows purpose and ownership</vt:lpstr>
      <vt:lpstr>Elastic Leadership</vt:lpstr>
      <vt:lpstr>Self-organization is built in stages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Closing thoughts</vt:lpstr>
      <vt:lpstr>Questions &amp; discussion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Tweedie, Ian</cp:lastModifiedBy>
  <cp:revision>15</cp:revision>
  <dcterms:created xsi:type="dcterms:W3CDTF">2024-06-18T14:35:18Z</dcterms:created>
  <dcterms:modified xsi:type="dcterms:W3CDTF">2026-10-09T07:19:29Z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2024-06-18T00:00:00Z</vt:filetime>
  </property>
  <property fmtid="{D5CDD505-2E9C-101B-9397-08002B2CF9AE}" pid="3" name="Creator">
    <vt:lpwstr>Adobe InDesign 19.4 (Macintosh)</vt:lpwstr>
  </property>
  <property fmtid="{D5CDD505-2E9C-101B-9397-08002B2CF9AE}" pid="4" name="LastSaved">
    <vt:filetime>2024-06-18T00:00:00Z</vt:filetime>
  </property>
  <property fmtid="{D5CDD505-2E9C-101B-9397-08002B2CF9AE}" pid="5" name="Producer">
    <vt:lpwstr>Adobe PDF Library 17.0</vt:lpwstr>
  </property>
  <property fmtid="{D5CDD505-2E9C-101B-9397-08002B2CF9AE}" pid="6" name="ContentTypeId">
    <vt:lpwstr>0x01010036133D485F15FD429A78163499C26C30</vt:lpwstr>
  </property>
  <property fmtid="{D5CDD505-2E9C-101B-9397-08002B2CF9AE}" pid="7" name="MediaServiceImageTags">
    <vt:lpwstr/>
  </property>
</Properties>
</file>